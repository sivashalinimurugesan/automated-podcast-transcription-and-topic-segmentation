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68234" autoAdjust="0"/>
  </p:normalViewPr>
  <p:slideViewPr>
    <p:cSldViewPr snapToGrid="0">
      <p:cViewPr varScale="1">
        <p:scale>
          <a:sx n="43" d="100"/>
          <a:sy n="43" d="100"/>
        </p:scale>
        <p:origin x="157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9057E-C051-4F65-BE10-56A43B6BBA55}" type="datetimeFigureOut">
              <a:rPr lang="en-IN" smtClean="0"/>
              <a:t>14-01-2026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159F2868-63FD-4441-81DC-B3889A8C0BC3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3600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9057E-C051-4F65-BE10-56A43B6BBA55}" type="datetimeFigureOut">
              <a:rPr lang="en-IN" smtClean="0"/>
              <a:t>14-01-2026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F2868-63FD-4441-81DC-B3889A8C0BC3}" type="slidenum">
              <a:rPr lang="en-IN" smtClean="0"/>
              <a:t>‹#›</a:t>
            </a:fld>
            <a:endParaRPr lang="en-IN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6146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9057E-C051-4F65-BE10-56A43B6BBA55}" type="datetimeFigureOut">
              <a:rPr lang="en-IN" smtClean="0"/>
              <a:t>14-01-2026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F2868-63FD-4441-81DC-B3889A8C0BC3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5357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9057E-C051-4F65-BE10-56A43B6BBA55}" type="datetimeFigureOut">
              <a:rPr lang="en-IN" smtClean="0"/>
              <a:t>14-01-2026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F2868-63FD-4441-81DC-B3889A8C0BC3}" type="slidenum">
              <a:rPr lang="en-IN" smtClean="0"/>
              <a:t>‹#›</a:t>
            </a:fld>
            <a:endParaRPr lang="en-IN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102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9057E-C051-4F65-BE10-56A43B6BBA55}" type="datetimeFigureOut">
              <a:rPr lang="en-IN" smtClean="0"/>
              <a:t>14-01-2026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F2868-63FD-4441-81DC-B3889A8C0BC3}" type="slidenum">
              <a:rPr lang="en-IN" smtClean="0"/>
              <a:t>‹#›</a:t>
            </a:fld>
            <a:endParaRPr lang="en-IN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46592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9057E-C051-4F65-BE10-56A43B6BBA55}" type="datetimeFigureOut">
              <a:rPr lang="en-IN" smtClean="0"/>
              <a:t>14-01-2026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F2868-63FD-4441-81DC-B3889A8C0BC3}" type="slidenum">
              <a:rPr lang="en-IN" smtClean="0"/>
              <a:t>‹#›</a:t>
            </a:fld>
            <a:endParaRPr lang="en-IN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8574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9057E-C051-4F65-BE10-56A43B6BBA55}" type="datetimeFigureOut">
              <a:rPr lang="en-IN" smtClean="0"/>
              <a:t>14-01-2026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F2868-63FD-4441-81DC-B3889A8C0B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95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9057E-C051-4F65-BE10-56A43B6BBA55}" type="datetimeFigureOut">
              <a:rPr lang="en-IN" smtClean="0"/>
              <a:t>14-01-2026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F2868-63FD-4441-81DC-B3889A8C0BC3}" type="slidenum">
              <a:rPr lang="en-IN" smtClean="0"/>
              <a:t>‹#›</a:t>
            </a:fld>
            <a:endParaRPr lang="en-IN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5058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D3F9057E-C051-4F65-BE10-56A43B6BBA55}" type="datetimeFigureOut">
              <a:rPr lang="en-IN" smtClean="0"/>
              <a:t>14-01-2026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F2868-63FD-4441-81DC-B3889A8C0BC3}" type="slidenum">
              <a:rPr lang="en-IN" smtClean="0"/>
              <a:t>‹#›</a:t>
            </a:fld>
            <a:endParaRPr lang="en-IN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9117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9057E-C051-4F65-BE10-56A43B6BBA55}" type="datetimeFigureOut">
              <a:rPr lang="en-IN" smtClean="0"/>
              <a:t>14-01-2026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F2868-63FD-4441-81DC-B3889A8C0BC3}" type="slidenum">
              <a:rPr lang="en-IN" smtClean="0"/>
              <a:t>‹#›</a:t>
            </a:fld>
            <a:endParaRPr lang="en-IN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1606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9057E-C051-4F65-BE10-56A43B6BBA55}" type="datetimeFigureOut">
              <a:rPr lang="en-IN" smtClean="0"/>
              <a:t>14-01-2026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F2868-63FD-4441-81DC-B3889A8C0BC3}" type="slidenum">
              <a:rPr lang="en-IN" smtClean="0"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43695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F9057E-C051-4F65-BE10-56A43B6BBA55}" type="datetimeFigureOut">
              <a:rPr lang="en-IN" smtClean="0"/>
              <a:t>14-01-2026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159F2868-63FD-4441-81DC-B3889A8C0BC3}" type="slidenum">
              <a:rPr lang="en-IN" smtClean="0"/>
              <a:t>‹#›</a:t>
            </a:fld>
            <a:endParaRPr lang="en-IN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852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1D824E8-EB65-C50F-A29D-8FF982F0F2EB}"/>
              </a:ext>
            </a:extLst>
          </p:cNvPr>
          <p:cNvSpPr txBox="1"/>
          <p:nvPr/>
        </p:nvSpPr>
        <p:spPr>
          <a:xfrm>
            <a:off x="968829" y="487822"/>
            <a:ext cx="1101634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dirty="0">
                <a:latin typeface="Eras Bold ITC" panose="020B0907030504020204" pitchFamily="34" charset="0"/>
              </a:rPr>
              <a:t>Automated-Podcast-Transcription-and-Topic-Segmentation</a:t>
            </a:r>
            <a:endParaRPr lang="en-IN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9AB632-D426-F117-DACB-844B3A849581}"/>
              </a:ext>
            </a:extLst>
          </p:cNvPr>
          <p:cNvSpPr txBox="1"/>
          <p:nvPr/>
        </p:nvSpPr>
        <p:spPr>
          <a:xfrm>
            <a:off x="1262744" y="2296886"/>
            <a:ext cx="10722428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/>
              <a:t>Subtitle:-AI-Based Analysis of “The Adventures of Sherlock Holmes”</a:t>
            </a:r>
          </a:p>
          <a:p>
            <a:endParaRPr lang="en-US" sz="3200" dirty="0"/>
          </a:p>
          <a:p>
            <a:r>
              <a:rPr lang="en-US" sz="3200" dirty="0"/>
              <a:t>Presented by:-Sourajit Muduli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40451176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12996C-6917-6378-2241-1C4E2322EE79}"/>
              </a:ext>
            </a:extLst>
          </p:cNvPr>
          <p:cNvSpPr txBox="1"/>
          <p:nvPr/>
        </p:nvSpPr>
        <p:spPr>
          <a:xfrm>
            <a:off x="424543" y="195943"/>
            <a:ext cx="671376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500" dirty="0"/>
              <a:t>Introduction:-</a:t>
            </a:r>
          </a:p>
          <a:p>
            <a:endParaRPr lang="en-IN" sz="35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C2F0F8A-9FA6-D5C0-5FD6-04F8F6C151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543" y="1651590"/>
            <a:ext cx="12043317" cy="3554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Context: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Audiobooks are a rapidly growing medium for storytelling and education.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Problem: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Unlike text, audiobooks are "unsearchable." Listeners cannot easily find specific scenes, quotes, or character interactions without scrubbing through hours of audio.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Solution: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 automated system that "listens" to the story, transcribes it, and segments it by narrative context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003024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AA1B7EF-22DF-473A-8162-499B2AC2B354}"/>
              </a:ext>
            </a:extLst>
          </p:cNvPr>
          <p:cNvSpPr txBox="1"/>
          <p:nvPr/>
        </p:nvSpPr>
        <p:spPr>
          <a:xfrm>
            <a:off x="209552" y="343291"/>
            <a:ext cx="6101442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500" dirty="0"/>
              <a:t>Project Objectives:-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BBB81B9-757A-6192-AFFD-7E2116DF8C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05251"/>
            <a:ext cx="15265277" cy="37548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Primary Goal: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create a searchable, structured index for long-form narrative audio.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 Objectives: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Automated Transcription: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Convert classic literature audio to text.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Narrative Segmentation: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Detect scene shifts (e.g., moving from "221B Baker Street" to a crime scene).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Sentiment Tracking: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Visualize the "Narrative Arc" (Tension/Mystery vs. Calm).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Keyword Extraction: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Identify key characters (Holmes, Watson) and clues.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3891472"/>
      </p:ext>
    </p:extLst>
  </p:cSld>
  <p:clrMapOvr>
    <a:masterClrMapping/>
  </p:clrMapOvr>
  <p:transition spd="slow">
    <p:randomBar dir="vert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1BCA314-6814-AC3B-0DE1-50E6E8F156DF}"/>
              </a:ext>
            </a:extLst>
          </p:cNvPr>
          <p:cNvSpPr txBox="1"/>
          <p:nvPr/>
        </p:nvSpPr>
        <p:spPr>
          <a:xfrm>
            <a:off x="231322" y="310634"/>
            <a:ext cx="6101442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500" dirty="0"/>
              <a:t>The Dataset-: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ACBA24-A449-6A00-13C2-588148564AF3}"/>
              </a:ext>
            </a:extLst>
          </p:cNvPr>
          <p:cNvSpPr txBox="1"/>
          <p:nvPr/>
        </p:nvSpPr>
        <p:spPr>
          <a:xfrm>
            <a:off x="544285" y="1317172"/>
            <a:ext cx="10602685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N" sz="2500" b="1" dirty="0"/>
              <a:t>Name:</a:t>
            </a:r>
            <a:r>
              <a:rPr lang="en-IN" sz="2500" dirty="0"/>
              <a:t> </a:t>
            </a:r>
            <a:r>
              <a:rPr lang="en-IN" sz="2500" dirty="0" err="1">
                <a:latin typeface="Courier New" panose="02070309020205020404" pitchFamily="49" charset="0"/>
              </a:rPr>
              <a:t>adventures_sherlock_holmes_rg_librivox</a:t>
            </a:r>
            <a:endParaRPr lang="en-IN" sz="2500" dirty="0"/>
          </a:p>
          <a:p>
            <a:pPr>
              <a:buFont typeface="Arial" panose="020B0604020202020204" pitchFamily="34" charset="0"/>
              <a:buChar char="•"/>
            </a:pPr>
            <a:r>
              <a:rPr lang="en-IN" sz="2500" b="1" dirty="0"/>
              <a:t>Source:</a:t>
            </a:r>
            <a:r>
              <a:rPr lang="en-IN" sz="2500" dirty="0"/>
              <a:t> </a:t>
            </a:r>
            <a:r>
              <a:rPr lang="en-IN" sz="2500" dirty="0" err="1"/>
              <a:t>LibriSpeech</a:t>
            </a:r>
            <a:r>
              <a:rPr lang="en-IN" sz="25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500" b="1" dirty="0"/>
              <a:t>Description:</a:t>
            </a:r>
            <a:endParaRPr lang="en-IN" sz="25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500" dirty="0"/>
              <a:t>High-quality, read speech from Arthur Conan Doyle’s </a:t>
            </a:r>
            <a:r>
              <a:rPr lang="en-IN" sz="2500" i="1" dirty="0"/>
              <a:t>The Adventures of Sherlock Holmes</a:t>
            </a:r>
            <a:r>
              <a:rPr lang="en-IN" sz="25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2500" b="1" dirty="0"/>
              <a:t>Why this dataset?</a:t>
            </a:r>
            <a:r>
              <a:rPr lang="en-IN" sz="2500" dirty="0"/>
              <a:t> It provides a challenging, lengthy narrative structure perfect for testing segmentation algorithms (unlike short voice commands).</a:t>
            </a:r>
          </a:p>
        </p:txBody>
      </p:sp>
    </p:spTree>
    <p:extLst>
      <p:ext uri="{BB962C8B-B14F-4D97-AF65-F5344CB8AC3E}">
        <p14:creationId xmlns:p14="http://schemas.microsoft.com/office/powerpoint/2010/main" val="320051703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400">
        <p14:rippl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4407CA8-E73D-D252-D9AD-12F9F4B5C1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433" y="119922"/>
            <a:ext cx="5134566" cy="57712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3DDA6BF-32E3-B216-9C91-B7A993935B91}"/>
              </a:ext>
            </a:extLst>
          </p:cNvPr>
          <p:cNvSpPr txBox="1"/>
          <p:nvPr/>
        </p:nvSpPr>
        <p:spPr>
          <a:xfrm>
            <a:off x="0" y="154448"/>
            <a:ext cx="610849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500" dirty="0"/>
              <a:t>System Architecture :-</a:t>
            </a:r>
          </a:p>
          <a:p>
            <a:endParaRPr lang="en-IN" sz="3500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8A4B62F-5047-B3A3-7A14-6F5381784D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901" y="1461463"/>
            <a:ext cx="6907532" cy="34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Input: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MP3 Chapter File.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Processing: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ASR (Speech-to-Text):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Google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SpeechRecognition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API.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NLP Engine: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TextBlob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(Sentiment) + NLTK (Tokenization).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Segmentation: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Context-based splitting.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Output: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JSON Data → React Dashboard.</a:t>
            </a:r>
          </a:p>
        </p:txBody>
      </p:sp>
    </p:spTree>
    <p:extLst>
      <p:ext uri="{BB962C8B-B14F-4D97-AF65-F5344CB8AC3E}">
        <p14:creationId xmlns:p14="http://schemas.microsoft.com/office/powerpoint/2010/main" val="29420886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891B1A-22CD-8809-0E5C-AD1AB024427B}"/>
              </a:ext>
            </a:extLst>
          </p:cNvPr>
          <p:cNvSpPr txBox="1"/>
          <p:nvPr/>
        </p:nvSpPr>
        <p:spPr>
          <a:xfrm>
            <a:off x="134911" y="194872"/>
            <a:ext cx="6239655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500" dirty="0"/>
              <a:t>Key Features:-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55B319-E1F6-28C5-A89A-95999983E3D1}"/>
              </a:ext>
            </a:extLst>
          </p:cNvPr>
          <p:cNvSpPr txBox="1"/>
          <p:nvPr/>
        </p:nvSpPr>
        <p:spPr>
          <a:xfrm>
            <a:off x="479685" y="1214203"/>
            <a:ext cx="10118360" cy="4324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500" b="1" dirty="0"/>
              <a:t>Interactive Dashboard:</a:t>
            </a:r>
          </a:p>
          <a:p>
            <a:pPr>
              <a:buNone/>
            </a:pPr>
            <a:endParaRPr lang="en-IN" sz="2500" dirty="0"/>
          </a:p>
          <a:p>
            <a:pPr>
              <a:buFont typeface="Arial" panose="020B0604020202020204" pitchFamily="34" charset="0"/>
              <a:buChar char="•"/>
            </a:pPr>
            <a:r>
              <a:rPr lang="en-IN" sz="2500" b="1" dirty="0"/>
              <a:t>Drag &amp; Drop Upload:</a:t>
            </a:r>
            <a:r>
              <a:rPr lang="en-IN" sz="2500" dirty="0"/>
              <a:t> Easy interface for loading audiobook chapters.</a:t>
            </a:r>
          </a:p>
          <a:p>
            <a:endParaRPr lang="en-IN" sz="2500" dirty="0"/>
          </a:p>
          <a:p>
            <a:pPr>
              <a:buFont typeface="Arial" panose="020B0604020202020204" pitchFamily="34" charset="0"/>
              <a:buChar char="•"/>
            </a:pPr>
            <a:r>
              <a:rPr lang="en-IN" sz="2500" b="1" dirty="0"/>
              <a:t>Smart Audio Player:</a:t>
            </a:r>
            <a:r>
              <a:rPr lang="en-IN" sz="2500" dirty="0"/>
              <a:t> Syncs audio with the transcript text.</a:t>
            </a:r>
          </a:p>
          <a:p>
            <a:endParaRPr lang="en-IN" sz="2500" dirty="0"/>
          </a:p>
          <a:p>
            <a:pPr>
              <a:buFont typeface="Arial" panose="020B0604020202020204" pitchFamily="34" charset="0"/>
              <a:buChar char="•"/>
            </a:pPr>
            <a:r>
              <a:rPr lang="en-IN" sz="2500" b="1" dirty="0"/>
              <a:t>Sentiment Graph:</a:t>
            </a:r>
            <a:r>
              <a:rPr lang="en-IN" sz="2500" dirty="0"/>
              <a:t> A visual line graph showing the rising and falling tension of the story.</a:t>
            </a:r>
          </a:p>
          <a:p>
            <a:endParaRPr lang="en-IN" sz="2500" dirty="0"/>
          </a:p>
          <a:p>
            <a:pPr>
              <a:buFont typeface="Arial" panose="020B0604020202020204" pitchFamily="34" charset="0"/>
              <a:buChar char="•"/>
            </a:pPr>
            <a:r>
              <a:rPr lang="en-IN" sz="2500" b="1" dirty="0"/>
              <a:t>Keyword Cloud:</a:t>
            </a:r>
            <a:r>
              <a:rPr lang="en-IN" sz="2500" dirty="0"/>
              <a:t> Instantly highlights important terms (e.g., "Revolver", "Evidence", "Doctor").</a:t>
            </a:r>
          </a:p>
        </p:txBody>
      </p:sp>
    </p:spTree>
    <p:extLst>
      <p:ext uri="{BB962C8B-B14F-4D97-AF65-F5344CB8AC3E}">
        <p14:creationId xmlns:p14="http://schemas.microsoft.com/office/powerpoint/2010/main" val="30950890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0">
        <p:cut/>
      </p:transition>
    </mc:Choice>
    <mc:Fallback>
      <p:transition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0D0C64-EFCB-033D-0F56-40555F455261}"/>
              </a:ext>
            </a:extLst>
          </p:cNvPr>
          <p:cNvSpPr txBox="1"/>
          <p:nvPr/>
        </p:nvSpPr>
        <p:spPr>
          <a:xfrm>
            <a:off x="149902" y="220069"/>
            <a:ext cx="6108492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500" dirty="0"/>
              <a:t>Technical Stack :-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148B5CB-2EEF-509B-3610-358EE724E2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4963" y="799425"/>
            <a:ext cx="11287037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Frontend:</a:t>
            </a:r>
            <a:r>
              <a:rPr kumimoji="0" lang="en-US" altLang="en-US" sz="2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React.js, Vite, Tailwind CSS (Modern Dark/Cyberpunk UI).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Backend:</a:t>
            </a:r>
            <a:r>
              <a:rPr kumimoji="0" lang="en-US" altLang="en-US" sz="2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Python, Flask (REST API).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 Libraries:</a:t>
            </a:r>
            <a:endParaRPr kumimoji="0" lang="en-US" altLang="en-US" sz="2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7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SpeechRecognition</a:t>
            </a:r>
            <a:r>
              <a:rPr kumimoji="0" lang="en-US" altLang="en-US" sz="2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(Transcription)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27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Sc</a:t>
            </a:r>
            <a:r>
              <a:rPr lang="en-US" altLang="en-US" sz="2700" dirty="0" err="1">
                <a:latin typeface="Arial Unicode MS"/>
              </a:rPr>
              <a:t>TextBlob</a:t>
            </a:r>
            <a:r>
              <a:rPr lang="en-US" altLang="en-US" sz="2700" dirty="0"/>
              <a:t> (Sentiment Analysis)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7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7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ikit</a:t>
            </a:r>
            <a:r>
              <a:rPr kumimoji="0" lang="en-US" altLang="en-US" sz="2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-learn</a:t>
            </a:r>
            <a:r>
              <a:rPr kumimoji="0" lang="en-US" altLang="en-US" sz="2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(Keyword Extraction)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Testing:</a:t>
            </a:r>
            <a:r>
              <a:rPr kumimoji="0" lang="en-US" altLang="en-US" sz="2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Python </a:t>
            </a:r>
            <a:r>
              <a:rPr kumimoji="0" lang="en-US" altLang="en-US" sz="27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unittest</a:t>
            </a:r>
            <a:r>
              <a:rPr kumimoji="0" lang="en-US" altLang="en-US" sz="2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framework.</a:t>
            </a:r>
            <a:endParaRPr kumimoji="0" lang="en-US" altLang="en-US" sz="2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97276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CEAF00A-33F9-A055-1BBA-1FD87010FD49}"/>
              </a:ext>
            </a:extLst>
          </p:cNvPr>
          <p:cNvSpPr txBox="1"/>
          <p:nvPr/>
        </p:nvSpPr>
        <p:spPr>
          <a:xfrm>
            <a:off x="176134" y="235058"/>
            <a:ext cx="6108492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500" dirty="0"/>
              <a:t>Challenges Faced :-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A69ACED-E096-02E1-1BB6-399FD73FDB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134" y="1045107"/>
            <a:ext cx="10526843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Narrative Complexity:</a:t>
            </a:r>
            <a:r>
              <a:rPr kumimoji="0" lang="en-US" altLang="en-US" sz="2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Unlike news or podcasts, stories have subtle topic shifts that are harder for AI to detect.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Vocabulary:</a:t>
            </a:r>
            <a:r>
              <a:rPr kumimoji="0" lang="en-US" altLang="en-US" sz="2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19th-century English (e.g., "hansom cab," "gasogene") requires robust transcription models.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7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File Size:</a:t>
            </a:r>
            <a:r>
              <a:rPr kumimoji="0" lang="en-US" altLang="en-US" sz="2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Processing 30-minute audiobook chapters required optimizing the backend to prevent timeouts.</a:t>
            </a:r>
          </a:p>
        </p:txBody>
      </p:sp>
    </p:spTree>
    <p:extLst>
      <p:ext uri="{BB962C8B-B14F-4D97-AF65-F5344CB8AC3E}">
        <p14:creationId xmlns:p14="http://schemas.microsoft.com/office/powerpoint/2010/main" val="41792695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23BC8E-4EA9-B266-6897-2691C7EDAB47}"/>
              </a:ext>
            </a:extLst>
          </p:cNvPr>
          <p:cNvSpPr txBox="1"/>
          <p:nvPr/>
        </p:nvSpPr>
        <p:spPr>
          <a:xfrm>
            <a:off x="266078" y="280030"/>
            <a:ext cx="6108492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500" dirty="0"/>
              <a:t>Testing &amp; Validation :-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4F5A70B-8FCC-5878-AA29-0F4D3B930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696" y="996130"/>
            <a:ext cx="11727304" cy="53707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Methodology: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Implemented </a:t>
            </a: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Modular Unit Testing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the API.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Verified transcription accuracy against known Sherlock Holmes texts.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Results: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✅ Successfully handles long-form MP3 uploads.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✅ Correctly rejects non-audio files (Security).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✅ Sentiment graphs accurately reflect plot climaxes.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68210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07CA6CB-5CB1-5475-40B6-521179112A08}"/>
              </a:ext>
            </a:extLst>
          </p:cNvPr>
          <p:cNvSpPr txBox="1"/>
          <p:nvPr/>
        </p:nvSpPr>
        <p:spPr>
          <a:xfrm>
            <a:off x="266074" y="280027"/>
            <a:ext cx="6284627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500" dirty="0"/>
              <a:t>Future Scope :-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D27B44-CFAB-91E2-D464-C92364157179}"/>
              </a:ext>
            </a:extLst>
          </p:cNvPr>
          <p:cNvSpPr txBox="1"/>
          <p:nvPr/>
        </p:nvSpPr>
        <p:spPr>
          <a:xfrm>
            <a:off x="577745" y="1409077"/>
            <a:ext cx="11036510" cy="2785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500" b="1" dirty="0"/>
              <a:t>Character </a:t>
            </a:r>
            <a:r>
              <a:rPr lang="en-US" sz="2500" b="1" dirty="0" err="1"/>
              <a:t>Diarization</a:t>
            </a:r>
            <a:r>
              <a:rPr lang="en-US" sz="2500" b="1" dirty="0"/>
              <a:t>:</a:t>
            </a:r>
            <a:r>
              <a:rPr lang="en-US" sz="2500" dirty="0"/>
              <a:t> Distinguishing between the Narrator, Holmes, and Watson (Speaker A vs. Speaker B).</a:t>
            </a:r>
          </a:p>
          <a:p>
            <a:endParaRPr lang="en-US" sz="25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500" b="1" dirty="0"/>
              <a:t>Multi-Book Support:</a:t>
            </a:r>
            <a:r>
              <a:rPr lang="en-US" sz="2500" dirty="0"/>
              <a:t> Scaling the database to handle entire libraries.</a:t>
            </a:r>
          </a:p>
          <a:p>
            <a:endParaRPr lang="en-US" sz="25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500" b="1" dirty="0"/>
              <a:t>Voice Search:</a:t>
            </a:r>
            <a:r>
              <a:rPr lang="en-US" sz="2500" dirty="0"/>
              <a:t> Asking the app questions like </a:t>
            </a:r>
            <a:r>
              <a:rPr lang="en-US" sz="2500" i="1" dirty="0"/>
              <a:t>"Where did Holmes find the ring?"</a:t>
            </a:r>
            <a:r>
              <a:rPr lang="en-US" sz="2500" dirty="0"/>
              <a:t> and getting an audio timestamp.</a:t>
            </a:r>
          </a:p>
        </p:txBody>
      </p:sp>
    </p:spTree>
    <p:extLst>
      <p:ext uri="{BB962C8B-B14F-4D97-AF65-F5344CB8AC3E}">
        <p14:creationId xmlns:p14="http://schemas.microsoft.com/office/powerpoint/2010/main" val="593966822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B3FAE51-7FEF-E555-9E07-2884558DA2B8}"/>
              </a:ext>
            </a:extLst>
          </p:cNvPr>
          <p:cNvSpPr txBox="1"/>
          <p:nvPr/>
        </p:nvSpPr>
        <p:spPr>
          <a:xfrm>
            <a:off x="176135" y="205078"/>
            <a:ext cx="6108492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500" dirty="0"/>
              <a:t>Conclusion :-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C85BE09-2039-5587-BE83-12C1A52813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7045" y="1073236"/>
            <a:ext cx="11695163" cy="39395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Summary: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Developed a Full-Stack application for analyzing audiobooks.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Successfully applied AI/NLP to classic literature.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Demonstrated professional software practices (Git, Documentation, Testing).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Final Thought:</a:t>
            </a:r>
            <a:r>
              <a:rPr kumimoji="0" lang="en-US" altLang="en-US" sz="2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"Unlocking the data inside stories to make literature more accessible."</a:t>
            </a:r>
          </a:p>
        </p:txBody>
      </p:sp>
    </p:spTree>
    <p:extLst>
      <p:ext uri="{BB962C8B-B14F-4D97-AF65-F5344CB8AC3E}">
        <p14:creationId xmlns:p14="http://schemas.microsoft.com/office/powerpoint/2010/main" val="3652229684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29B0A06-D22D-3D7E-376E-1FD04698DAF8}"/>
              </a:ext>
            </a:extLst>
          </p:cNvPr>
          <p:cNvSpPr txBox="1"/>
          <p:nvPr/>
        </p:nvSpPr>
        <p:spPr>
          <a:xfrm>
            <a:off x="4043595" y="2567226"/>
            <a:ext cx="610849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6000" dirty="0">
                <a:latin typeface="Bauhaus 93" panose="04030905020B02020C02" pitchFamily="82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31108725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223</TotalTime>
  <Words>606</Words>
  <Application>Microsoft Office PowerPoint</Application>
  <PresentationFormat>Widescreen</PresentationFormat>
  <Paragraphs>98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Arial Unicode MS</vt:lpstr>
      <vt:lpstr>Bauhaus 93</vt:lpstr>
      <vt:lpstr>Courier New</vt:lpstr>
      <vt:lpstr>Eras Bold ITC</vt:lpstr>
      <vt:lpstr>Gill Sans MT</vt:lpstr>
      <vt:lpstr>Gallery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Sourajit Muduli</dc:creator>
  <cp:lastModifiedBy>Sourajit Muduli</cp:lastModifiedBy>
  <cp:revision>1</cp:revision>
  <dcterms:created xsi:type="dcterms:W3CDTF">2026-01-14T09:02:03Z</dcterms:created>
  <dcterms:modified xsi:type="dcterms:W3CDTF">2026-01-14T12:45:09Z</dcterms:modified>
</cp:coreProperties>
</file>