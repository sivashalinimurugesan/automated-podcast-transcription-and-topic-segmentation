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91" d="100"/>
          <a:sy n="91" d="100"/>
        </p:scale>
        <p:origin x="2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A67206-D295-48C9-95C4-D6FD98BE0EA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D42D966-96B3-4A2B-BE97-0EB19B2899C3}">
      <dgm:prSet phldrT="[Text]" phldr="0"/>
      <dgm:spPr/>
      <dgm:t>
        <a:bodyPr/>
        <a:lstStyle/>
        <a:p>
          <a:pPr>
            <a:buNone/>
          </a:pPr>
          <a:r>
            <a:rPr lang="en-US" dirty="0"/>
            <a:t>1</a:t>
          </a:r>
          <a:endParaRPr lang="en-IN" dirty="0"/>
        </a:p>
      </dgm:t>
    </dgm:pt>
    <dgm:pt modelId="{74F0A452-005C-42F1-A705-9D290EECD698}" type="sibTrans" cxnId="{690BBFFC-0C67-465B-BC76-27EFF39DB944}">
      <dgm:prSet/>
      <dgm:spPr/>
      <dgm:t>
        <a:bodyPr/>
        <a:lstStyle/>
        <a:p>
          <a:endParaRPr lang="en-IN"/>
        </a:p>
      </dgm:t>
    </dgm:pt>
    <dgm:pt modelId="{417EAF11-5F79-4DBF-9C47-8E02D62A1460}" type="parTrans" cxnId="{690BBFFC-0C67-465B-BC76-27EFF39DB944}">
      <dgm:prSet/>
      <dgm:spPr/>
      <dgm:t>
        <a:bodyPr/>
        <a:lstStyle/>
        <a:p>
          <a:endParaRPr lang="en-IN"/>
        </a:p>
      </dgm:t>
    </dgm:pt>
    <dgm:pt modelId="{6DB26164-5AB7-45F7-A829-8F200DBD5418}">
      <dgm:prSet custT="1"/>
      <dgm:spPr/>
      <dgm:t>
        <a:bodyPr/>
        <a:lstStyle/>
        <a:p>
          <a:pPr>
            <a:buNone/>
          </a:pPr>
          <a:r>
            <a:rPr lang="en-IN" sz="1600" b="1" dirty="0"/>
            <a:t>Web-based interactive interface</a:t>
          </a:r>
          <a:endParaRPr lang="en-IN" sz="1600" dirty="0"/>
        </a:p>
      </dgm:t>
    </dgm:pt>
    <dgm:pt modelId="{FBA061E0-32CE-4341-AAD2-C2DC3CF6CCC2}" type="sibTrans" cxnId="{5893C167-30E1-4D42-9149-73E000ED5906}">
      <dgm:prSet/>
      <dgm:spPr/>
      <dgm:t>
        <a:bodyPr/>
        <a:lstStyle/>
        <a:p>
          <a:endParaRPr lang="en-IN"/>
        </a:p>
      </dgm:t>
    </dgm:pt>
    <dgm:pt modelId="{F16737FC-5968-4F4E-9656-A666A59F9B52}" type="parTrans" cxnId="{5893C167-30E1-4D42-9149-73E000ED5906}">
      <dgm:prSet/>
      <dgm:spPr/>
      <dgm:t>
        <a:bodyPr/>
        <a:lstStyle/>
        <a:p>
          <a:endParaRPr lang="en-IN"/>
        </a:p>
      </dgm:t>
    </dgm:pt>
    <dgm:pt modelId="{03CFB7B8-70CF-47CA-A5E1-14C34FB93796}">
      <dgm:prSet phldrT="[Text]" phldr="0"/>
      <dgm:spPr/>
      <dgm:t>
        <a:bodyPr/>
        <a:lstStyle/>
        <a:p>
          <a:r>
            <a:rPr lang="en-US" dirty="0"/>
            <a:t>2</a:t>
          </a:r>
          <a:endParaRPr lang="en-IN" dirty="0"/>
        </a:p>
      </dgm:t>
    </dgm:pt>
    <dgm:pt modelId="{9B151130-3369-4EB7-A1B3-60DCDC5EF73E}" type="sibTrans" cxnId="{6F355AB7-4C66-414C-9769-05F84F0AFC0A}">
      <dgm:prSet/>
      <dgm:spPr/>
      <dgm:t>
        <a:bodyPr/>
        <a:lstStyle/>
        <a:p>
          <a:endParaRPr lang="en-IN"/>
        </a:p>
      </dgm:t>
    </dgm:pt>
    <dgm:pt modelId="{222B9DCF-B4B5-466A-AE84-080F47A75991}" type="parTrans" cxnId="{6F355AB7-4C66-414C-9769-05F84F0AFC0A}">
      <dgm:prSet/>
      <dgm:spPr/>
      <dgm:t>
        <a:bodyPr/>
        <a:lstStyle/>
        <a:p>
          <a:endParaRPr lang="en-IN"/>
        </a:p>
      </dgm:t>
    </dgm:pt>
    <dgm:pt modelId="{444A2E9A-8034-4F3D-B9C6-B2DFB5294D34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Medical podcast audio upload</a:t>
          </a:r>
          <a:endParaRPr lang="en-IN" sz="1800" dirty="0"/>
        </a:p>
      </dgm:t>
    </dgm:pt>
    <dgm:pt modelId="{A18B3FAC-835E-41CB-B8D1-94880694AA6B}" type="sibTrans" cxnId="{EF7585E5-A605-4BB1-8E45-7FA3C4A486A2}">
      <dgm:prSet/>
      <dgm:spPr/>
      <dgm:t>
        <a:bodyPr/>
        <a:lstStyle/>
        <a:p>
          <a:endParaRPr lang="en-IN"/>
        </a:p>
      </dgm:t>
    </dgm:pt>
    <dgm:pt modelId="{CB362FAD-5B42-48B4-A9D2-2B109435C521}" type="parTrans" cxnId="{EF7585E5-A605-4BB1-8E45-7FA3C4A486A2}">
      <dgm:prSet/>
      <dgm:spPr/>
      <dgm:t>
        <a:bodyPr/>
        <a:lstStyle/>
        <a:p>
          <a:endParaRPr lang="en-IN"/>
        </a:p>
      </dgm:t>
    </dgm:pt>
    <dgm:pt modelId="{846E0B56-A06A-432F-8255-73FE9D7FC75F}">
      <dgm:prSet phldrT="[Text]" phldr="0"/>
      <dgm:spPr/>
      <dgm:t>
        <a:bodyPr/>
        <a:lstStyle/>
        <a:p>
          <a:r>
            <a:rPr lang="en-US" dirty="0"/>
            <a:t>3</a:t>
          </a:r>
          <a:endParaRPr lang="en-IN" dirty="0"/>
        </a:p>
      </dgm:t>
    </dgm:pt>
    <dgm:pt modelId="{FAE03EB5-5A90-4806-8ED9-09739AC652F4}" type="sibTrans" cxnId="{8BE236C3-B421-4123-B920-5ECA0E8FAF4C}">
      <dgm:prSet/>
      <dgm:spPr/>
      <dgm:t>
        <a:bodyPr/>
        <a:lstStyle/>
        <a:p>
          <a:endParaRPr lang="en-IN"/>
        </a:p>
      </dgm:t>
    </dgm:pt>
    <dgm:pt modelId="{517918CB-6A31-47C1-A146-63B66A978A8E}" type="parTrans" cxnId="{8BE236C3-B421-4123-B920-5ECA0E8FAF4C}">
      <dgm:prSet/>
      <dgm:spPr/>
      <dgm:t>
        <a:bodyPr/>
        <a:lstStyle/>
        <a:p>
          <a:endParaRPr lang="en-IN"/>
        </a:p>
      </dgm:t>
    </dgm:pt>
    <dgm:pt modelId="{4AB6B557-7955-473B-AC4C-A0EA60044142}">
      <dgm:prSet phldrT="[Text]" phldr="0" custT="1"/>
      <dgm:spPr/>
      <dgm:t>
        <a:bodyPr/>
        <a:lstStyle/>
        <a:p>
          <a:pPr>
            <a:buNone/>
          </a:pPr>
          <a:r>
            <a:rPr lang="en-US" sz="1800" b="1" dirty="0"/>
            <a:t>Transcript and topic-wise content view</a:t>
          </a:r>
          <a:endParaRPr lang="en-IN" sz="1800" dirty="0"/>
        </a:p>
      </dgm:t>
    </dgm:pt>
    <dgm:pt modelId="{4EAA0E1B-CE29-462C-8CCB-1013BC3BBF77}" type="sibTrans" cxnId="{6442157E-5BED-4F58-9B64-49F2D6A11F1A}">
      <dgm:prSet/>
      <dgm:spPr/>
      <dgm:t>
        <a:bodyPr/>
        <a:lstStyle/>
        <a:p>
          <a:endParaRPr lang="en-IN"/>
        </a:p>
      </dgm:t>
    </dgm:pt>
    <dgm:pt modelId="{265F726E-2FFA-4054-8104-5FFF7CE0BE67}" type="parTrans" cxnId="{6442157E-5BED-4F58-9B64-49F2D6A11F1A}">
      <dgm:prSet/>
      <dgm:spPr/>
      <dgm:t>
        <a:bodyPr/>
        <a:lstStyle/>
        <a:p>
          <a:endParaRPr lang="en-IN"/>
        </a:p>
      </dgm:t>
    </dgm:pt>
    <dgm:pt modelId="{D5FA7920-F41D-4002-A97F-83E7BB272B7A}" type="pres">
      <dgm:prSet presAssocID="{30A67206-D295-48C9-95C4-D6FD98BE0EAA}" presName="linearFlow" presStyleCnt="0">
        <dgm:presLayoutVars>
          <dgm:dir/>
          <dgm:animLvl val="lvl"/>
          <dgm:resizeHandles val="exact"/>
        </dgm:presLayoutVars>
      </dgm:prSet>
      <dgm:spPr/>
    </dgm:pt>
    <dgm:pt modelId="{B29D1D3D-6136-47CD-B37C-B4D0E8F7705E}" type="pres">
      <dgm:prSet presAssocID="{6D42D966-96B3-4A2B-BE97-0EB19B2899C3}" presName="composite" presStyleCnt="0"/>
      <dgm:spPr/>
    </dgm:pt>
    <dgm:pt modelId="{2A924ADF-59C2-45B9-9858-DD21B5F4B8AE}" type="pres">
      <dgm:prSet presAssocID="{6D42D966-96B3-4A2B-BE97-0EB19B2899C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A87FE8D-7C79-4FB1-AE75-D96CC14D43DC}" type="pres">
      <dgm:prSet presAssocID="{6D42D966-96B3-4A2B-BE97-0EB19B2899C3}" presName="descendantText" presStyleLbl="alignAcc1" presStyleIdx="0" presStyleCnt="3">
        <dgm:presLayoutVars>
          <dgm:bulletEnabled val="1"/>
        </dgm:presLayoutVars>
      </dgm:prSet>
      <dgm:spPr/>
    </dgm:pt>
    <dgm:pt modelId="{51B40973-08A4-44BB-9685-C9EC45AA3DE0}" type="pres">
      <dgm:prSet presAssocID="{74F0A452-005C-42F1-A705-9D290EECD698}" presName="sp" presStyleCnt="0"/>
      <dgm:spPr/>
    </dgm:pt>
    <dgm:pt modelId="{94C9F2A4-2192-4F5F-B653-201177C824FE}" type="pres">
      <dgm:prSet presAssocID="{03CFB7B8-70CF-47CA-A5E1-14C34FB93796}" presName="composite" presStyleCnt="0"/>
      <dgm:spPr/>
    </dgm:pt>
    <dgm:pt modelId="{C4D5FF51-76CA-44DC-87DD-7DB94CC2C96A}" type="pres">
      <dgm:prSet presAssocID="{03CFB7B8-70CF-47CA-A5E1-14C34FB9379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B2D96EF-DCA1-4484-8B16-F4226D0F4FD7}" type="pres">
      <dgm:prSet presAssocID="{03CFB7B8-70CF-47CA-A5E1-14C34FB93796}" presName="descendantText" presStyleLbl="alignAcc1" presStyleIdx="1" presStyleCnt="3" custLinFactNeighborX="0" custLinFactNeighborY="4607">
        <dgm:presLayoutVars>
          <dgm:bulletEnabled val="1"/>
        </dgm:presLayoutVars>
      </dgm:prSet>
      <dgm:spPr/>
    </dgm:pt>
    <dgm:pt modelId="{61DBE9C9-89BE-4E53-AA2E-49F81F16F335}" type="pres">
      <dgm:prSet presAssocID="{9B151130-3369-4EB7-A1B3-60DCDC5EF73E}" presName="sp" presStyleCnt="0"/>
      <dgm:spPr/>
    </dgm:pt>
    <dgm:pt modelId="{86793343-835E-4BE4-A4FB-356DE2946AEF}" type="pres">
      <dgm:prSet presAssocID="{846E0B56-A06A-432F-8255-73FE9D7FC75F}" presName="composite" presStyleCnt="0"/>
      <dgm:spPr/>
    </dgm:pt>
    <dgm:pt modelId="{4AF2D76D-28C8-4E4C-AF95-E71FEE915FA7}" type="pres">
      <dgm:prSet presAssocID="{846E0B56-A06A-432F-8255-73FE9D7FC75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226FC31-0C4A-460E-AA66-91519438B1B9}" type="pres">
      <dgm:prSet presAssocID="{846E0B56-A06A-432F-8255-73FE9D7FC75F}" presName="descendantText" presStyleLbl="alignAcc1" presStyleIdx="2" presStyleCnt="3" custLinFactNeighborX="81" custLinFactNeighborY="0">
        <dgm:presLayoutVars>
          <dgm:bulletEnabled val="1"/>
        </dgm:presLayoutVars>
      </dgm:prSet>
      <dgm:spPr/>
    </dgm:pt>
  </dgm:ptLst>
  <dgm:cxnLst>
    <dgm:cxn modelId="{66EF0B0A-B312-4424-BAA0-5D6CBE46A329}" type="presOf" srcId="{6D42D966-96B3-4A2B-BE97-0EB19B2899C3}" destId="{2A924ADF-59C2-45B9-9858-DD21B5F4B8AE}" srcOrd="0" destOrd="0" presId="urn:microsoft.com/office/officeart/2005/8/layout/chevron2"/>
    <dgm:cxn modelId="{F3152F67-756A-4FBF-B5FA-F1D5D15DCC92}" type="presOf" srcId="{03CFB7B8-70CF-47CA-A5E1-14C34FB93796}" destId="{C4D5FF51-76CA-44DC-87DD-7DB94CC2C96A}" srcOrd="0" destOrd="0" presId="urn:microsoft.com/office/officeart/2005/8/layout/chevron2"/>
    <dgm:cxn modelId="{5893C167-30E1-4D42-9149-73E000ED5906}" srcId="{6D42D966-96B3-4A2B-BE97-0EB19B2899C3}" destId="{6DB26164-5AB7-45F7-A829-8F200DBD5418}" srcOrd="0" destOrd="0" parTransId="{F16737FC-5968-4F4E-9656-A666A59F9B52}" sibTransId="{FBA061E0-32CE-4341-AAD2-C2DC3CF6CCC2}"/>
    <dgm:cxn modelId="{6442157E-5BED-4F58-9B64-49F2D6A11F1A}" srcId="{846E0B56-A06A-432F-8255-73FE9D7FC75F}" destId="{4AB6B557-7955-473B-AC4C-A0EA60044142}" srcOrd="0" destOrd="0" parTransId="{265F726E-2FFA-4054-8104-5FFF7CE0BE67}" sibTransId="{4EAA0E1B-CE29-462C-8CCB-1013BC3BBF77}"/>
    <dgm:cxn modelId="{6F355AB7-4C66-414C-9769-05F84F0AFC0A}" srcId="{30A67206-D295-48C9-95C4-D6FD98BE0EAA}" destId="{03CFB7B8-70CF-47CA-A5E1-14C34FB93796}" srcOrd="1" destOrd="0" parTransId="{222B9DCF-B4B5-466A-AE84-080F47A75991}" sibTransId="{9B151130-3369-4EB7-A1B3-60DCDC5EF73E}"/>
    <dgm:cxn modelId="{61B1D6B8-02E5-48A6-A75C-3AA4DD668A1B}" type="presOf" srcId="{444A2E9A-8034-4F3D-B9C6-B2DFB5294D34}" destId="{DB2D96EF-DCA1-4484-8B16-F4226D0F4FD7}" srcOrd="0" destOrd="0" presId="urn:microsoft.com/office/officeart/2005/8/layout/chevron2"/>
    <dgm:cxn modelId="{EB932FBA-AE0B-49D8-965F-C2E01922ADD9}" type="presOf" srcId="{30A67206-D295-48C9-95C4-D6FD98BE0EAA}" destId="{D5FA7920-F41D-4002-A97F-83E7BB272B7A}" srcOrd="0" destOrd="0" presId="urn:microsoft.com/office/officeart/2005/8/layout/chevron2"/>
    <dgm:cxn modelId="{8BE236C3-B421-4123-B920-5ECA0E8FAF4C}" srcId="{30A67206-D295-48C9-95C4-D6FD98BE0EAA}" destId="{846E0B56-A06A-432F-8255-73FE9D7FC75F}" srcOrd="2" destOrd="0" parTransId="{517918CB-6A31-47C1-A146-63B66A978A8E}" sibTransId="{FAE03EB5-5A90-4806-8ED9-09739AC652F4}"/>
    <dgm:cxn modelId="{DD811CE4-9C25-4C10-A910-925C71FAB026}" type="presOf" srcId="{6DB26164-5AB7-45F7-A829-8F200DBD5418}" destId="{1A87FE8D-7C79-4FB1-AE75-D96CC14D43DC}" srcOrd="0" destOrd="0" presId="urn:microsoft.com/office/officeart/2005/8/layout/chevron2"/>
    <dgm:cxn modelId="{EF7585E5-A605-4BB1-8E45-7FA3C4A486A2}" srcId="{03CFB7B8-70CF-47CA-A5E1-14C34FB93796}" destId="{444A2E9A-8034-4F3D-B9C6-B2DFB5294D34}" srcOrd="0" destOrd="0" parTransId="{CB362FAD-5B42-48B4-A9D2-2B109435C521}" sibTransId="{A18B3FAC-835E-41CB-B8D1-94880694AA6B}"/>
    <dgm:cxn modelId="{46EA09EF-7B6F-4DBB-8561-3219B7F7FCF2}" type="presOf" srcId="{4AB6B557-7955-473B-AC4C-A0EA60044142}" destId="{C226FC31-0C4A-460E-AA66-91519438B1B9}" srcOrd="0" destOrd="0" presId="urn:microsoft.com/office/officeart/2005/8/layout/chevron2"/>
    <dgm:cxn modelId="{0697E2F0-2225-4CBF-82F7-0BBDF7B88C2D}" type="presOf" srcId="{846E0B56-A06A-432F-8255-73FE9D7FC75F}" destId="{4AF2D76D-28C8-4E4C-AF95-E71FEE915FA7}" srcOrd="0" destOrd="0" presId="urn:microsoft.com/office/officeart/2005/8/layout/chevron2"/>
    <dgm:cxn modelId="{690BBFFC-0C67-465B-BC76-27EFF39DB944}" srcId="{30A67206-D295-48C9-95C4-D6FD98BE0EAA}" destId="{6D42D966-96B3-4A2B-BE97-0EB19B2899C3}" srcOrd="0" destOrd="0" parTransId="{417EAF11-5F79-4DBF-9C47-8E02D62A1460}" sibTransId="{74F0A452-005C-42F1-A705-9D290EECD698}"/>
    <dgm:cxn modelId="{98198498-E042-45C9-9953-5C9C4BEEA63A}" type="presParOf" srcId="{D5FA7920-F41D-4002-A97F-83E7BB272B7A}" destId="{B29D1D3D-6136-47CD-B37C-B4D0E8F7705E}" srcOrd="0" destOrd="0" presId="urn:microsoft.com/office/officeart/2005/8/layout/chevron2"/>
    <dgm:cxn modelId="{E0BAB89C-8E65-42F9-B092-73FF329D1AFF}" type="presParOf" srcId="{B29D1D3D-6136-47CD-B37C-B4D0E8F7705E}" destId="{2A924ADF-59C2-45B9-9858-DD21B5F4B8AE}" srcOrd="0" destOrd="0" presId="urn:microsoft.com/office/officeart/2005/8/layout/chevron2"/>
    <dgm:cxn modelId="{887B21FB-17F6-49E0-87A0-90D8DAA6F722}" type="presParOf" srcId="{B29D1D3D-6136-47CD-B37C-B4D0E8F7705E}" destId="{1A87FE8D-7C79-4FB1-AE75-D96CC14D43DC}" srcOrd="1" destOrd="0" presId="urn:microsoft.com/office/officeart/2005/8/layout/chevron2"/>
    <dgm:cxn modelId="{C3B8E1A8-1F59-4D11-8D2A-18B878E084E6}" type="presParOf" srcId="{D5FA7920-F41D-4002-A97F-83E7BB272B7A}" destId="{51B40973-08A4-44BB-9685-C9EC45AA3DE0}" srcOrd="1" destOrd="0" presId="urn:microsoft.com/office/officeart/2005/8/layout/chevron2"/>
    <dgm:cxn modelId="{3A55F10A-12D9-404F-A69F-546B0BC6367F}" type="presParOf" srcId="{D5FA7920-F41D-4002-A97F-83E7BB272B7A}" destId="{94C9F2A4-2192-4F5F-B653-201177C824FE}" srcOrd="2" destOrd="0" presId="urn:microsoft.com/office/officeart/2005/8/layout/chevron2"/>
    <dgm:cxn modelId="{688A3CEB-6DE8-460D-8875-ED3DFBB3D5E8}" type="presParOf" srcId="{94C9F2A4-2192-4F5F-B653-201177C824FE}" destId="{C4D5FF51-76CA-44DC-87DD-7DB94CC2C96A}" srcOrd="0" destOrd="0" presId="urn:microsoft.com/office/officeart/2005/8/layout/chevron2"/>
    <dgm:cxn modelId="{FFB611D8-C816-415F-A21C-757C68FB51FA}" type="presParOf" srcId="{94C9F2A4-2192-4F5F-B653-201177C824FE}" destId="{DB2D96EF-DCA1-4484-8B16-F4226D0F4FD7}" srcOrd="1" destOrd="0" presId="urn:microsoft.com/office/officeart/2005/8/layout/chevron2"/>
    <dgm:cxn modelId="{C68E71D8-8BAC-450E-B0E2-2510A38088BB}" type="presParOf" srcId="{D5FA7920-F41D-4002-A97F-83E7BB272B7A}" destId="{61DBE9C9-89BE-4E53-AA2E-49F81F16F335}" srcOrd="3" destOrd="0" presId="urn:microsoft.com/office/officeart/2005/8/layout/chevron2"/>
    <dgm:cxn modelId="{FA8B83B7-E15E-42A3-8CAD-F93F27B6F035}" type="presParOf" srcId="{D5FA7920-F41D-4002-A97F-83E7BB272B7A}" destId="{86793343-835E-4BE4-A4FB-356DE2946AEF}" srcOrd="4" destOrd="0" presId="urn:microsoft.com/office/officeart/2005/8/layout/chevron2"/>
    <dgm:cxn modelId="{BE4D505B-9431-4D3A-89C3-DD140641A0A5}" type="presParOf" srcId="{86793343-835E-4BE4-A4FB-356DE2946AEF}" destId="{4AF2D76D-28C8-4E4C-AF95-E71FEE915FA7}" srcOrd="0" destOrd="0" presId="urn:microsoft.com/office/officeart/2005/8/layout/chevron2"/>
    <dgm:cxn modelId="{14343F87-F6DB-4CDF-875F-D607807FA22A}" type="presParOf" srcId="{86793343-835E-4BE4-A4FB-356DE2946AEF}" destId="{C226FC31-0C4A-460E-AA66-91519438B1B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A67206-D295-48C9-95C4-D6FD98BE0EA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D42D966-96B3-4A2B-BE97-0EB19B2899C3}">
      <dgm:prSet phldrT="[Text]" phldr="0"/>
      <dgm:spPr/>
      <dgm:t>
        <a:bodyPr/>
        <a:lstStyle/>
        <a:p>
          <a:pPr>
            <a:buNone/>
          </a:pPr>
          <a:r>
            <a:rPr lang="en-US" dirty="0"/>
            <a:t>4</a:t>
          </a:r>
          <a:endParaRPr lang="en-IN" dirty="0"/>
        </a:p>
      </dgm:t>
    </dgm:pt>
    <dgm:pt modelId="{74F0A452-005C-42F1-A705-9D290EECD698}" type="sibTrans" cxnId="{690BBFFC-0C67-465B-BC76-27EFF39DB944}">
      <dgm:prSet/>
      <dgm:spPr/>
      <dgm:t>
        <a:bodyPr/>
        <a:lstStyle/>
        <a:p>
          <a:endParaRPr lang="en-IN"/>
        </a:p>
      </dgm:t>
    </dgm:pt>
    <dgm:pt modelId="{417EAF11-5F79-4DBF-9C47-8E02D62A1460}" type="parTrans" cxnId="{690BBFFC-0C67-465B-BC76-27EFF39DB944}">
      <dgm:prSet/>
      <dgm:spPr/>
      <dgm:t>
        <a:bodyPr/>
        <a:lstStyle/>
        <a:p>
          <a:endParaRPr lang="en-IN"/>
        </a:p>
      </dgm:t>
    </dgm:pt>
    <dgm:pt modelId="{6DB26164-5AB7-45F7-A829-8F200DBD5418}">
      <dgm:prSet custT="1"/>
      <dgm:spPr/>
      <dgm:t>
        <a:bodyPr/>
        <a:lstStyle/>
        <a:p>
          <a:pPr>
            <a:buNone/>
          </a:pPr>
          <a:r>
            <a:rPr lang="en-IN" sz="1600" b="1" dirty="0"/>
            <a:t> Medical keyword highlighting</a:t>
          </a:r>
          <a:endParaRPr lang="en-IN" sz="1600" dirty="0"/>
        </a:p>
      </dgm:t>
    </dgm:pt>
    <dgm:pt modelId="{FBA061E0-32CE-4341-AAD2-C2DC3CF6CCC2}" type="sibTrans" cxnId="{5893C167-30E1-4D42-9149-73E000ED5906}">
      <dgm:prSet/>
      <dgm:spPr/>
      <dgm:t>
        <a:bodyPr/>
        <a:lstStyle/>
        <a:p>
          <a:endParaRPr lang="en-IN"/>
        </a:p>
      </dgm:t>
    </dgm:pt>
    <dgm:pt modelId="{F16737FC-5968-4F4E-9656-A666A59F9B52}" type="parTrans" cxnId="{5893C167-30E1-4D42-9149-73E000ED5906}">
      <dgm:prSet/>
      <dgm:spPr/>
      <dgm:t>
        <a:bodyPr/>
        <a:lstStyle/>
        <a:p>
          <a:endParaRPr lang="en-IN"/>
        </a:p>
      </dgm:t>
    </dgm:pt>
    <dgm:pt modelId="{03CFB7B8-70CF-47CA-A5E1-14C34FB93796}">
      <dgm:prSet phldrT="[Text]" phldr="0"/>
      <dgm:spPr/>
      <dgm:t>
        <a:bodyPr/>
        <a:lstStyle/>
        <a:p>
          <a:r>
            <a:rPr lang="en-US" dirty="0"/>
            <a:t>5</a:t>
          </a:r>
          <a:endParaRPr lang="en-IN" dirty="0"/>
        </a:p>
      </dgm:t>
    </dgm:pt>
    <dgm:pt modelId="{9B151130-3369-4EB7-A1B3-60DCDC5EF73E}" type="sibTrans" cxnId="{6F355AB7-4C66-414C-9769-05F84F0AFC0A}">
      <dgm:prSet/>
      <dgm:spPr/>
      <dgm:t>
        <a:bodyPr/>
        <a:lstStyle/>
        <a:p>
          <a:endParaRPr lang="en-IN"/>
        </a:p>
      </dgm:t>
    </dgm:pt>
    <dgm:pt modelId="{222B9DCF-B4B5-466A-AE84-080F47A75991}" type="parTrans" cxnId="{6F355AB7-4C66-414C-9769-05F84F0AFC0A}">
      <dgm:prSet/>
      <dgm:spPr/>
      <dgm:t>
        <a:bodyPr/>
        <a:lstStyle/>
        <a:p>
          <a:endParaRPr lang="en-IN"/>
        </a:p>
      </dgm:t>
    </dgm:pt>
    <dgm:pt modelId="{444A2E9A-8034-4F3D-B9C6-B2DFB5294D34}">
      <dgm:prSet phldrT="[Text]" custT="1"/>
      <dgm:spPr/>
      <dgm:t>
        <a:bodyPr/>
        <a:lstStyle/>
        <a:p>
          <a:pPr>
            <a:buNone/>
          </a:pPr>
          <a:r>
            <a:rPr lang="en-IN" sz="1800" b="1" dirty="0"/>
            <a:t> Sentiment &amp; transcription quality metrics(WER,CER)</a:t>
          </a:r>
          <a:endParaRPr lang="en-IN" sz="1800" dirty="0"/>
        </a:p>
      </dgm:t>
    </dgm:pt>
    <dgm:pt modelId="{A18B3FAC-835E-41CB-B8D1-94880694AA6B}" type="sibTrans" cxnId="{EF7585E5-A605-4BB1-8E45-7FA3C4A486A2}">
      <dgm:prSet/>
      <dgm:spPr/>
      <dgm:t>
        <a:bodyPr/>
        <a:lstStyle/>
        <a:p>
          <a:endParaRPr lang="en-IN"/>
        </a:p>
      </dgm:t>
    </dgm:pt>
    <dgm:pt modelId="{CB362FAD-5B42-48B4-A9D2-2B109435C521}" type="parTrans" cxnId="{EF7585E5-A605-4BB1-8E45-7FA3C4A486A2}">
      <dgm:prSet/>
      <dgm:spPr/>
      <dgm:t>
        <a:bodyPr/>
        <a:lstStyle/>
        <a:p>
          <a:endParaRPr lang="en-IN"/>
        </a:p>
      </dgm:t>
    </dgm:pt>
    <dgm:pt modelId="{846E0B56-A06A-432F-8255-73FE9D7FC75F}">
      <dgm:prSet phldrT="[Text]" phldr="0"/>
      <dgm:spPr/>
      <dgm:t>
        <a:bodyPr/>
        <a:lstStyle/>
        <a:p>
          <a:r>
            <a:rPr lang="en-US" dirty="0"/>
            <a:t>6</a:t>
          </a:r>
          <a:endParaRPr lang="en-IN" dirty="0"/>
        </a:p>
      </dgm:t>
    </dgm:pt>
    <dgm:pt modelId="{FAE03EB5-5A90-4806-8ED9-09739AC652F4}" type="sibTrans" cxnId="{8BE236C3-B421-4123-B920-5ECA0E8FAF4C}">
      <dgm:prSet/>
      <dgm:spPr/>
      <dgm:t>
        <a:bodyPr/>
        <a:lstStyle/>
        <a:p>
          <a:endParaRPr lang="en-IN"/>
        </a:p>
      </dgm:t>
    </dgm:pt>
    <dgm:pt modelId="{517918CB-6A31-47C1-A146-63B66A978A8E}" type="parTrans" cxnId="{8BE236C3-B421-4123-B920-5ECA0E8FAF4C}">
      <dgm:prSet/>
      <dgm:spPr/>
      <dgm:t>
        <a:bodyPr/>
        <a:lstStyle/>
        <a:p>
          <a:endParaRPr lang="en-IN"/>
        </a:p>
      </dgm:t>
    </dgm:pt>
    <dgm:pt modelId="{53783992-8B8E-4956-8C67-527A8D6BF621}">
      <dgm:prSet custT="1"/>
      <dgm:spPr/>
      <dgm:t>
        <a:bodyPr/>
        <a:lstStyle/>
        <a:p>
          <a:pPr>
            <a:buNone/>
          </a:pPr>
          <a:r>
            <a:rPr lang="en-US" sz="1800" b="1" dirty="0"/>
            <a:t>Time-stamp based audio navigation</a:t>
          </a:r>
          <a:endParaRPr lang="en-IN" sz="1800" b="1" dirty="0"/>
        </a:p>
      </dgm:t>
    </dgm:pt>
    <dgm:pt modelId="{8D4DE076-1AA4-464D-B372-5320646C786D}" type="parTrans" cxnId="{AD1A6A77-7D04-4344-8517-C5C52FC1D1B1}">
      <dgm:prSet/>
      <dgm:spPr/>
      <dgm:t>
        <a:bodyPr/>
        <a:lstStyle/>
        <a:p>
          <a:endParaRPr lang="en-IN"/>
        </a:p>
      </dgm:t>
    </dgm:pt>
    <dgm:pt modelId="{570379DB-4138-4518-8065-2B9DD215BDA2}" type="sibTrans" cxnId="{AD1A6A77-7D04-4344-8517-C5C52FC1D1B1}">
      <dgm:prSet/>
      <dgm:spPr/>
      <dgm:t>
        <a:bodyPr/>
        <a:lstStyle/>
        <a:p>
          <a:endParaRPr lang="en-IN"/>
        </a:p>
      </dgm:t>
    </dgm:pt>
    <dgm:pt modelId="{D5FA7920-F41D-4002-A97F-83E7BB272B7A}" type="pres">
      <dgm:prSet presAssocID="{30A67206-D295-48C9-95C4-D6FD98BE0EAA}" presName="linearFlow" presStyleCnt="0">
        <dgm:presLayoutVars>
          <dgm:dir/>
          <dgm:animLvl val="lvl"/>
          <dgm:resizeHandles val="exact"/>
        </dgm:presLayoutVars>
      </dgm:prSet>
      <dgm:spPr/>
    </dgm:pt>
    <dgm:pt modelId="{B29D1D3D-6136-47CD-B37C-B4D0E8F7705E}" type="pres">
      <dgm:prSet presAssocID="{6D42D966-96B3-4A2B-BE97-0EB19B2899C3}" presName="composite" presStyleCnt="0"/>
      <dgm:spPr/>
    </dgm:pt>
    <dgm:pt modelId="{2A924ADF-59C2-45B9-9858-DD21B5F4B8AE}" type="pres">
      <dgm:prSet presAssocID="{6D42D966-96B3-4A2B-BE97-0EB19B2899C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A87FE8D-7C79-4FB1-AE75-D96CC14D43DC}" type="pres">
      <dgm:prSet presAssocID="{6D42D966-96B3-4A2B-BE97-0EB19B2899C3}" presName="descendantText" presStyleLbl="alignAcc1" presStyleIdx="0" presStyleCnt="3">
        <dgm:presLayoutVars>
          <dgm:bulletEnabled val="1"/>
        </dgm:presLayoutVars>
      </dgm:prSet>
      <dgm:spPr/>
    </dgm:pt>
    <dgm:pt modelId="{51B40973-08A4-44BB-9685-C9EC45AA3DE0}" type="pres">
      <dgm:prSet presAssocID="{74F0A452-005C-42F1-A705-9D290EECD698}" presName="sp" presStyleCnt="0"/>
      <dgm:spPr/>
    </dgm:pt>
    <dgm:pt modelId="{94C9F2A4-2192-4F5F-B653-201177C824FE}" type="pres">
      <dgm:prSet presAssocID="{03CFB7B8-70CF-47CA-A5E1-14C34FB93796}" presName="composite" presStyleCnt="0"/>
      <dgm:spPr/>
    </dgm:pt>
    <dgm:pt modelId="{C4D5FF51-76CA-44DC-87DD-7DB94CC2C96A}" type="pres">
      <dgm:prSet presAssocID="{03CFB7B8-70CF-47CA-A5E1-14C34FB93796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B2D96EF-DCA1-4484-8B16-F4226D0F4FD7}" type="pres">
      <dgm:prSet presAssocID="{03CFB7B8-70CF-47CA-A5E1-14C34FB93796}" presName="descendantText" presStyleLbl="alignAcc1" presStyleIdx="1" presStyleCnt="3" custLinFactNeighborX="0" custLinFactNeighborY="-3619">
        <dgm:presLayoutVars>
          <dgm:bulletEnabled val="1"/>
        </dgm:presLayoutVars>
      </dgm:prSet>
      <dgm:spPr/>
    </dgm:pt>
    <dgm:pt modelId="{61DBE9C9-89BE-4E53-AA2E-49F81F16F335}" type="pres">
      <dgm:prSet presAssocID="{9B151130-3369-4EB7-A1B3-60DCDC5EF73E}" presName="sp" presStyleCnt="0"/>
      <dgm:spPr/>
    </dgm:pt>
    <dgm:pt modelId="{86793343-835E-4BE4-A4FB-356DE2946AEF}" type="pres">
      <dgm:prSet presAssocID="{846E0B56-A06A-432F-8255-73FE9D7FC75F}" presName="composite" presStyleCnt="0"/>
      <dgm:spPr/>
    </dgm:pt>
    <dgm:pt modelId="{4AF2D76D-28C8-4E4C-AF95-E71FEE915FA7}" type="pres">
      <dgm:prSet presAssocID="{846E0B56-A06A-432F-8255-73FE9D7FC75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226FC31-0C4A-460E-AA66-91519438B1B9}" type="pres">
      <dgm:prSet presAssocID="{846E0B56-A06A-432F-8255-73FE9D7FC75F}" presName="descendantText" presStyleLbl="alignAcc1" presStyleIdx="2" presStyleCnt="3" custLinFactNeighborX="0" custLinFactNeighborY="-5675">
        <dgm:presLayoutVars>
          <dgm:bulletEnabled val="1"/>
        </dgm:presLayoutVars>
      </dgm:prSet>
      <dgm:spPr/>
    </dgm:pt>
  </dgm:ptLst>
  <dgm:cxnLst>
    <dgm:cxn modelId="{66EF0B0A-B312-4424-BAA0-5D6CBE46A329}" type="presOf" srcId="{6D42D966-96B3-4A2B-BE97-0EB19B2899C3}" destId="{2A924ADF-59C2-45B9-9858-DD21B5F4B8AE}" srcOrd="0" destOrd="0" presId="urn:microsoft.com/office/officeart/2005/8/layout/chevron2"/>
    <dgm:cxn modelId="{F3152F67-756A-4FBF-B5FA-F1D5D15DCC92}" type="presOf" srcId="{03CFB7B8-70CF-47CA-A5E1-14C34FB93796}" destId="{C4D5FF51-76CA-44DC-87DD-7DB94CC2C96A}" srcOrd="0" destOrd="0" presId="urn:microsoft.com/office/officeart/2005/8/layout/chevron2"/>
    <dgm:cxn modelId="{5893C167-30E1-4D42-9149-73E000ED5906}" srcId="{6D42D966-96B3-4A2B-BE97-0EB19B2899C3}" destId="{6DB26164-5AB7-45F7-A829-8F200DBD5418}" srcOrd="0" destOrd="0" parTransId="{F16737FC-5968-4F4E-9656-A666A59F9B52}" sibTransId="{FBA061E0-32CE-4341-AAD2-C2DC3CF6CCC2}"/>
    <dgm:cxn modelId="{AD1A6A77-7D04-4344-8517-C5C52FC1D1B1}" srcId="{846E0B56-A06A-432F-8255-73FE9D7FC75F}" destId="{53783992-8B8E-4956-8C67-527A8D6BF621}" srcOrd="0" destOrd="0" parTransId="{8D4DE076-1AA4-464D-B372-5320646C786D}" sibTransId="{570379DB-4138-4518-8065-2B9DD215BDA2}"/>
    <dgm:cxn modelId="{0E9A755A-C75D-4C64-B917-DB39FAC860DB}" type="presOf" srcId="{53783992-8B8E-4956-8C67-527A8D6BF621}" destId="{C226FC31-0C4A-460E-AA66-91519438B1B9}" srcOrd="0" destOrd="0" presId="urn:microsoft.com/office/officeart/2005/8/layout/chevron2"/>
    <dgm:cxn modelId="{6F355AB7-4C66-414C-9769-05F84F0AFC0A}" srcId="{30A67206-D295-48C9-95C4-D6FD98BE0EAA}" destId="{03CFB7B8-70CF-47CA-A5E1-14C34FB93796}" srcOrd="1" destOrd="0" parTransId="{222B9DCF-B4B5-466A-AE84-080F47A75991}" sibTransId="{9B151130-3369-4EB7-A1B3-60DCDC5EF73E}"/>
    <dgm:cxn modelId="{61B1D6B8-02E5-48A6-A75C-3AA4DD668A1B}" type="presOf" srcId="{444A2E9A-8034-4F3D-B9C6-B2DFB5294D34}" destId="{DB2D96EF-DCA1-4484-8B16-F4226D0F4FD7}" srcOrd="0" destOrd="0" presId="urn:microsoft.com/office/officeart/2005/8/layout/chevron2"/>
    <dgm:cxn modelId="{EB932FBA-AE0B-49D8-965F-C2E01922ADD9}" type="presOf" srcId="{30A67206-D295-48C9-95C4-D6FD98BE0EAA}" destId="{D5FA7920-F41D-4002-A97F-83E7BB272B7A}" srcOrd="0" destOrd="0" presId="urn:microsoft.com/office/officeart/2005/8/layout/chevron2"/>
    <dgm:cxn modelId="{8BE236C3-B421-4123-B920-5ECA0E8FAF4C}" srcId="{30A67206-D295-48C9-95C4-D6FD98BE0EAA}" destId="{846E0B56-A06A-432F-8255-73FE9D7FC75F}" srcOrd="2" destOrd="0" parTransId="{517918CB-6A31-47C1-A146-63B66A978A8E}" sibTransId="{FAE03EB5-5A90-4806-8ED9-09739AC652F4}"/>
    <dgm:cxn modelId="{DD811CE4-9C25-4C10-A910-925C71FAB026}" type="presOf" srcId="{6DB26164-5AB7-45F7-A829-8F200DBD5418}" destId="{1A87FE8D-7C79-4FB1-AE75-D96CC14D43DC}" srcOrd="0" destOrd="0" presId="urn:microsoft.com/office/officeart/2005/8/layout/chevron2"/>
    <dgm:cxn modelId="{EF7585E5-A605-4BB1-8E45-7FA3C4A486A2}" srcId="{03CFB7B8-70CF-47CA-A5E1-14C34FB93796}" destId="{444A2E9A-8034-4F3D-B9C6-B2DFB5294D34}" srcOrd="0" destOrd="0" parTransId="{CB362FAD-5B42-48B4-A9D2-2B109435C521}" sibTransId="{A18B3FAC-835E-41CB-B8D1-94880694AA6B}"/>
    <dgm:cxn modelId="{0697E2F0-2225-4CBF-82F7-0BBDF7B88C2D}" type="presOf" srcId="{846E0B56-A06A-432F-8255-73FE9D7FC75F}" destId="{4AF2D76D-28C8-4E4C-AF95-E71FEE915FA7}" srcOrd="0" destOrd="0" presId="urn:microsoft.com/office/officeart/2005/8/layout/chevron2"/>
    <dgm:cxn modelId="{690BBFFC-0C67-465B-BC76-27EFF39DB944}" srcId="{30A67206-D295-48C9-95C4-D6FD98BE0EAA}" destId="{6D42D966-96B3-4A2B-BE97-0EB19B2899C3}" srcOrd="0" destOrd="0" parTransId="{417EAF11-5F79-4DBF-9C47-8E02D62A1460}" sibTransId="{74F0A452-005C-42F1-A705-9D290EECD698}"/>
    <dgm:cxn modelId="{98198498-E042-45C9-9953-5C9C4BEEA63A}" type="presParOf" srcId="{D5FA7920-F41D-4002-A97F-83E7BB272B7A}" destId="{B29D1D3D-6136-47CD-B37C-B4D0E8F7705E}" srcOrd="0" destOrd="0" presId="urn:microsoft.com/office/officeart/2005/8/layout/chevron2"/>
    <dgm:cxn modelId="{E0BAB89C-8E65-42F9-B092-73FF329D1AFF}" type="presParOf" srcId="{B29D1D3D-6136-47CD-B37C-B4D0E8F7705E}" destId="{2A924ADF-59C2-45B9-9858-DD21B5F4B8AE}" srcOrd="0" destOrd="0" presId="urn:microsoft.com/office/officeart/2005/8/layout/chevron2"/>
    <dgm:cxn modelId="{887B21FB-17F6-49E0-87A0-90D8DAA6F722}" type="presParOf" srcId="{B29D1D3D-6136-47CD-B37C-B4D0E8F7705E}" destId="{1A87FE8D-7C79-4FB1-AE75-D96CC14D43DC}" srcOrd="1" destOrd="0" presId="urn:microsoft.com/office/officeart/2005/8/layout/chevron2"/>
    <dgm:cxn modelId="{C3B8E1A8-1F59-4D11-8D2A-18B878E084E6}" type="presParOf" srcId="{D5FA7920-F41D-4002-A97F-83E7BB272B7A}" destId="{51B40973-08A4-44BB-9685-C9EC45AA3DE0}" srcOrd="1" destOrd="0" presId="urn:microsoft.com/office/officeart/2005/8/layout/chevron2"/>
    <dgm:cxn modelId="{3A55F10A-12D9-404F-A69F-546B0BC6367F}" type="presParOf" srcId="{D5FA7920-F41D-4002-A97F-83E7BB272B7A}" destId="{94C9F2A4-2192-4F5F-B653-201177C824FE}" srcOrd="2" destOrd="0" presId="urn:microsoft.com/office/officeart/2005/8/layout/chevron2"/>
    <dgm:cxn modelId="{688A3CEB-6DE8-460D-8875-ED3DFBB3D5E8}" type="presParOf" srcId="{94C9F2A4-2192-4F5F-B653-201177C824FE}" destId="{C4D5FF51-76CA-44DC-87DD-7DB94CC2C96A}" srcOrd="0" destOrd="0" presId="urn:microsoft.com/office/officeart/2005/8/layout/chevron2"/>
    <dgm:cxn modelId="{FFB611D8-C816-415F-A21C-757C68FB51FA}" type="presParOf" srcId="{94C9F2A4-2192-4F5F-B653-201177C824FE}" destId="{DB2D96EF-DCA1-4484-8B16-F4226D0F4FD7}" srcOrd="1" destOrd="0" presId="urn:microsoft.com/office/officeart/2005/8/layout/chevron2"/>
    <dgm:cxn modelId="{C68E71D8-8BAC-450E-B0E2-2510A38088BB}" type="presParOf" srcId="{D5FA7920-F41D-4002-A97F-83E7BB272B7A}" destId="{61DBE9C9-89BE-4E53-AA2E-49F81F16F335}" srcOrd="3" destOrd="0" presId="urn:microsoft.com/office/officeart/2005/8/layout/chevron2"/>
    <dgm:cxn modelId="{FA8B83B7-E15E-42A3-8CAD-F93F27B6F035}" type="presParOf" srcId="{D5FA7920-F41D-4002-A97F-83E7BB272B7A}" destId="{86793343-835E-4BE4-A4FB-356DE2946AEF}" srcOrd="4" destOrd="0" presId="urn:microsoft.com/office/officeart/2005/8/layout/chevron2"/>
    <dgm:cxn modelId="{BE4D505B-9431-4D3A-89C3-DD140641A0A5}" type="presParOf" srcId="{86793343-835E-4BE4-A4FB-356DE2946AEF}" destId="{4AF2D76D-28C8-4E4C-AF95-E71FEE915FA7}" srcOrd="0" destOrd="0" presId="urn:microsoft.com/office/officeart/2005/8/layout/chevron2"/>
    <dgm:cxn modelId="{14343F87-F6DB-4CDF-875F-D607807FA22A}" type="presParOf" srcId="{86793343-835E-4BE4-A4FB-356DE2946AEF}" destId="{C226FC31-0C4A-460E-AA66-91519438B1B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49D5CF-F4A8-48FF-9571-2B219D52A7E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196FA9-09EB-4875-97DE-9B8EAD55A78B}">
      <dgm:prSet phldrT="[Text]" custT="1"/>
      <dgm:spPr>
        <a:solidFill>
          <a:schemeClr val="accent1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Handling complex medical terminology accurately</a:t>
          </a:r>
        </a:p>
      </dgm:t>
    </dgm:pt>
    <dgm:pt modelId="{8D0215E8-CCA3-4ECC-BAB4-491769F8FC7C}" type="parTrans" cxnId="{07BF806E-2308-4FC4-974C-24856A97ACAA}">
      <dgm:prSet/>
      <dgm:spPr/>
      <dgm:t>
        <a:bodyPr/>
        <a:lstStyle/>
        <a:p>
          <a:endParaRPr lang="en-IN"/>
        </a:p>
      </dgm:t>
    </dgm:pt>
    <dgm:pt modelId="{7091D8D4-49E9-4DDF-B1EC-C7A2295A38F3}" type="sibTrans" cxnId="{07BF806E-2308-4FC4-974C-24856A97ACAA}">
      <dgm:prSet/>
      <dgm:spPr/>
      <dgm:t>
        <a:bodyPr/>
        <a:lstStyle/>
        <a:p>
          <a:endParaRPr lang="en-IN"/>
        </a:p>
      </dgm:t>
    </dgm:pt>
    <dgm:pt modelId="{BBB53A93-F63B-4804-8B84-6E435F011F6B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Managing background noise in podcast audio</a:t>
          </a:r>
          <a:endParaRPr lang="en-IN" sz="2000" dirty="0"/>
        </a:p>
      </dgm:t>
    </dgm:pt>
    <dgm:pt modelId="{7ECB01B6-6D43-4BC4-8184-BC84758C03CA}" type="parTrans" cxnId="{E347E6AA-05A2-4E7F-A7AE-F6AA585ED91C}">
      <dgm:prSet/>
      <dgm:spPr/>
      <dgm:t>
        <a:bodyPr/>
        <a:lstStyle/>
        <a:p>
          <a:endParaRPr lang="en-IN"/>
        </a:p>
      </dgm:t>
    </dgm:pt>
    <dgm:pt modelId="{008EFCAC-7EB8-4974-9BC1-8E13FDEC9E34}" type="sibTrans" cxnId="{E347E6AA-05A2-4E7F-A7AE-F6AA585ED91C}">
      <dgm:prSet/>
      <dgm:spPr/>
      <dgm:t>
        <a:bodyPr/>
        <a:lstStyle/>
        <a:p>
          <a:endParaRPr lang="en-IN"/>
        </a:p>
      </dgm:t>
    </dgm:pt>
    <dgm:pt modelId="{DF3C67FF-88A8-4A08-907D-3463AF04A119}">
      <dgm:prSet phldrT="[Text]" custT="1"/>
      <dgm:spPr>
        <a:solidFill>
          <a:schemeClr val="tx2">
            <a:lumMod val="2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Detecting correct topic boundaries in long conversations</a:t>
          </a:r>
          <a:endParaRPr lang="en-IN" sz="2000" dirty="0"/>
        </a:p>
      </dgm:t>
    </dgm:pt>
    <dgm:pt modelId="{DF885C35-7670-4973-95F7-37AACE391037}" type="parTrans" cxnId="{6F49CC87-9A52-4155-B7D6-A78FFA71F03E}">
      <dgm:prSet/>
      <dgm:spPr/>
      <dgm:t>
        <a:bodyPr/>
        <a:lstStyle/>
        <a:p>
          <a:endParaRPr lang="en-IN"/>
        </a:p>
      </dgm:t>
    </dgm:pt>
    <dgm:pt modelId="{1124E0DA-2CE3-4BFB-B047-9EFA4C9679A0}" type="sibTrans" cxnId="{6F49CC87-9A52-4155-B7D6-A78FFA71F03E}">
      <dgm:prSet/>
      <dgm:spPr/>
      <dgm:t>
        <a:bodyPr/>
        <a:lstStyle/>
        <a:p>
          <a:endParaRPr lang="en-IN"/>
        </a:p>
      </dgm:t>
    </dgm:pt>
    <dgm:pt modelId="{A0B75BFF-343F-4D36-834A-4F5F1CE0A793}">
      <dgm:prSet phldrT="[Text]" custT="1"/>
      <dgm:spPr>
        <a:solidFill>
          <a:schemeClr val="accent4">
            <a:lumMod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dirty="0"/>
            <a:t>Avoiding incorrect sentiment classification for clinical content</a:t>
          </a:r>
        </a:p>
      </dgm:t>
    </dgm:pt>
    <dgm:pt modelId="{46CAFAB4-C7C5-4EA3-BF6A-1C9FF79808C7}" type="parTrans" cxnId="{C7E96A10-4AC4-4947-9B47-524A723E7EA5}">
      <dgm:prSet/>
      <dgm:spPr/>
      <dgm:t>
        <a:bodyPr/>
        <a:lstStyle/>
        <a:p>
          <a:endParaRPr lang="en-IN"/>
        </a:p>
      </dgm:t>
    </dgm:pt>
    <dgm:pt modelId="{FE8D14D2-6A76-4B6C-A2D0-68CB6A1102A7}" type="sibTrans" cxnId="{C7E96A10-4AC4-4947-9B47-524A723E7EA5}">
      <dgm:prSet/>
      <dgm:spPr/>
      <dgm:t>
        <a:bodyPr/>
        <a:lstStyle/>
        <a:p>
          <a:endParaRPr lang="en-IN"/>
        </a:p>
      </dgm:t>
    </dgm:pt>
    <dgm:pt modelId="{D690324D-B7B2-4E3F-B550-58B82BE2FB0B}">
      <dgm:prSet phldrT="[Text]" custT="1"/>
      <dgm:spPr>
        <a:solidFill>
          <a:srgbClr val="00206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dirty="0"/>
            <a:t>Maintaining transcription accuracy across different speakers</a:t>
          </a:r>
          <a:endParaRPr lang="en-IN" sz="2000" dirty="0"/>
        </a:p>
      </dgm:t>
    </dgm:pt>
    <dgm:pt modelId="{776BEB3A-3B86-4019-BFF5-A69529BA048A}" type="parTrans" cxnId="{AA209DCA-6287-425C-9F87-7B5C7DF499A2}">
      <dgm:prSet/>
      <dgm:spPr/>
      <dgm:t>
        <a:bodyPr/>
        <a:lstStyle/>
        <a:p>
          <a:endParaRPr lang="en-IN"/>
        </a:p>
      </dgm:t>
    </dgm:pt>
    <dgm:pt modelId="{0578178A-6502-4C59-8A14-AEEF668C797C}" type="sibTrans" cxnId="{AA209DCA-6287-425C-9F87-7B5C7DF499A2}">
      <dgm:prSet/>
      <dgm:spPr/>
      <dgm:t>
        <a:bodyPr/>
        <a:lstStyle/>
        <a:p>
          <a:endParaRPr lang="en-IN"/>
        </a:p>
      </dgm:t>
    </dgm:pt>
    <dgm:pt modelId="{E4407B79-2220-4F32-B84C-0A134399DE80}" type="pres">
      <dgm:prSet presAssocID="{6A49D5CF-F4A8-48FF-9571-2B219D52A7E5}" presName="diagram" presStyleCnt="0">
        <dgm:presLayoutVars>
          <dgm:dir/>
          <dgm:resizeHandles val="exact"/>
        </dgm:presLayoutVars>
      </dgm:prSet>
      <dgm:spPr/>
    </dgm:pt>
    <dgm:pt modelId="{F6D93FD7-3AEE-46C7-B61E-C177746DE0C3}" type="pres">
      <dgm:prSet presAssocID="{D3196FA9-09EB-4875-97DE-9B8EAD55A78B}" presName="node" presStyleLbl="node1" presStyleIdx="0" presStyleCnt="5">
        <dgm:presLayoutVars>
          <dgm:bulletEnabled val="1"/>
        </dgm:presLayoutVars>
      </dgm:prSet>
      <dgm:spPr/>
    </dgm:pt>
    <dgm:pt modelId="{0D465A14-B498-48C8-893C-8BB5FB885E54}" type="pres">
      <dgm:prSet presAssocID="{7091D8D4-49E9-4DDF-B1EC-C7A2295A38F3}" presName="sibTrans" presStyleCnt="0"/>
      <dgm:spPr/>
    </dgm:pt>
    <dgm:pt modelId="{997239ED-3369-4312-987E-9678D25ED50B}" type="pres">
      <dgm:prSet presAssocID="{BBB53A93-F63B-4804-8B84-6E435F011F6B}" presName="node" presStyleLbl="node1" presStyleIdx="1" presStyleCnt="5">
        <dgm:presLayoutVars>
          <dgm:bulletEnabled val="1"/>
        </dgm:presLayoutVars>
      </dgm:prSet>
      <dgm:spPr/>
    </dgm:pt>
    <dgm:pt modelId="{8C6D6F63-7DB2-4DFF-8383-638AEE4C007E}" type="pres">
      <dgm:prSet presAssocID="{008EFCAC-7EB8-4974-9BC1-8E13FDEC9E34}" presName="sibTrans" presStyleCnt="0"/>
      <dgm:spPr/>
    </dgm:pt>
    <dgm:pt modelId="{6A396345-38A7-4D5F-B7C0-640CA7BE8736}" type="pres">
      <dgm:prSet presAssocID="{DF3C67FF-88A8-4A08-907D-3463AF04A119}" presName="node" presStyleLbl="node1" presStyleIdx="2" presStyleCnt="5">
        <dgm:presLayoutVars>
          <dgm:bulletEnabled val="1"/>
        </dgm:presLayoutVars>
      </dgm:prSet>
      <dgm:spPr/>
    </dgm:pt>
    <dgm:pt modelId="{AC4E65CF-C43E-4BE9-B7BE-02A54E8016BE}" type="pres">
      <dgm:prSet presAssocID="{1124E0DA-2CE3-4BFB-B047-9EFA4C9679A0}" presName="sibTrans" presStyleCnt="0"/>
      <dgm:spPr/>
    </dgm:pt>
    <dgm:pt modelId="{0B910EE8-719B-41F0-A764-5FFD3359214B}" type="pres">
      <dgm:prSet presAssocID="{A0B75BFF-343F-4D36-834A-4F5F1CE0A793}" presName="node" presStyleLbl="node1" presStyleIdx="3" presStyleCnt="5">
        <dgm:presLayoutVars>
          <dgm:bulletEnabled val="1"/>
        </dgm:presLayoutVars>
      </dgm:prSet>
      <dgm:spPr/>
    </dgm:pt>
    <dgm:pt modelId="{A85E71E9-96B7-4676-B007-94F3AD3EE1DF}" type="pres">
      <dgm:prSet presAssocID="{FE8D14D2-6A76-4B6C-A2D0-68CB6A1102A7}" presName="sibTrans" presStyleCnt="0"/>
      <dgm:spPr/>
    </dgm:pt>
    <dgm:pt modelId="{A7146619-2A7A-4554-905E-4E52114F99E4}" type="pres">
      <dgm:prSet presAssocID="{D690324D-B7B2-4E3F-B550-58B82BE2FB0B}" presName="node" presStyleLbl="node1" presStyleIdx="4" presStyleCnt="5">
        <dgm:presLayoutVars>
          <dgm:bulletEnabled val="1"/>
        </dgm:presLayoutVars>
      </dgm:prSet>
      <dgm:spPr/>
    </dgm:pt>
  </dgm:ptLst>
  <dgm:cxnLst>
    <dgm:cxn modelId="{C7E96A10-4AC4-4947-9B47-524A723E7EA5}" srcId="{6A49D5CF-F4A8-48FF-9571-2B219D52A7E5}" destId="{A0B75BFF-343F-4D36-834A-4F5F1CE0A793}" srcOrd="3" destOrd="0" parTransId="{46CAFAB4-C7C5-4EA3-BF6A-1C9FF79808C7}" sibTransId="{FE8D14D2-6A76-4B6C-A2D0-68CB6A1102A7}"/>
    <dgm:cxn modelId="{F531F769-C796-4FD6-99CD-7E89F5233CF7}" type="presOf" srcId="{D3196FA9-09EB-4875-97DE-9B8EAD55A78B}" destId="{F6D93FD7-3AEE-46C7-B61E-C177746DE0C3}" srcOrd="0" destOrd="0" presId="urn:microsoft.com/office/officeart/2005/8/layout/default"/>
    <dgm:cxn modelId="{07BF806E-2308-4FC4-974C-24856A97ACAA}" srcId="{6A49D5CF-F4A8-48FF-9571-2B219D52A7E5}" destId="{D3196FA9-09EB-4875-97DE-9B8EAD55A78B}" srcOrd="0" destOrd="0" parTransId="{8D0215E8-CCA3-4ECC-BAB4-491769F8FC7C}" sibTransId="{7091D8D4-49E9-4DDF-B1EC-C7A2295A38F3}"/>
    <dgm:cxn modelId="{4F5F2B4F-1543-4BB1-A8D7-3210C9DE951C}" type="presOf" srcId="{DF3C67FF-88A8-4A08-907D-3463AF04A119}" destId="{6A396345-38A7-4D5F-B7C0-640CA7BE8736}" srcOrd="0" destOrd="0" presId="urn:microsoft.com/office/officeart/2005/8/layout/default"/>
    <dgm:cxn modelId="{D7FFEC70-11D3-43E9-9D9C-4CF4F944AF04}" type="presOf" srcId="{6A49D5CF-F4A8-48FF-9571-2B219D52A7E5}" destId="{E4407B79-2220-4F32-B84C-0A134399DE80}" srcOrd="0" destOrd="0" presId="urn:microsoft.com/office/officeart/2005/8/layout/default"/>
    <dgm:cxn modelId="{6F49CC87-9A52-4155-B7D6-A78FFA71F03E}" srcId="{6A49D5CF-F4A8-48FF-9571-2B219D52A7E5}" destId="{DF3C67FF-88A8-4A08-907D-3463AF04A119}" srcOrd="2" destOrd="0" parTransId="{DF885C35-7670-4973-95F7-37AACE391037}" sibTransId="{1124E0DA-2CE3-4BFB-B047-9EFA4C9679A0}"/>
    <dgm:cxn modelId="{95261B95-612E-4FC4-AFC0-B6B3DECAF6CF}" type="presOf" srcId="{BBB53A93-F63B-4804-8B84-6E435F011F6B}" destId="{997239ED-3369-4312-987E-9678D25ED50B}" srcOrd="0" destOrd="0" presId="urn:microsoft.com/office/officeart/2005/8/layout/default"/>
    <dgm:cxn modelId="{E347E6AA-05A2-4E7F-A7AE-F6AA585ED91C}" srcId="{6A49D5CF-F4A8-48FF-9571-2B219D52A7E5}" destId="{BBB53A93-F63B-4804-8B84-6E435F011F6B}" srcOrd="1" destOrd="0" parTransId="{7ECB01B6-6D43-4BC4-8184-BC84758C03CA}" sibTransId="{008EFCAC-7EB8-4974-9BC1-8E13FDEC9E34}"/>
    <dgm:cxn modelId="{AA209DCA-6287-425C-9F87-7B5C7DF499A2}" srcId="{6A49D5CF-F4A8-48FF-9571-2B219D52A7E5}" destId="{D690324D-B7B2-4E3F-B550-58B82BE2FB0B}" srcOrd="4" destOrd="0" parTransId="{776BEB3A-3B86-4019-BFF5-A69529BA048A}" sibTransId="{0578178A-6502-4C59-8A14-AEEF668C797C}"/>
    <dgm:cxn modelId="{A44CA7F6-3E86-47E1-B3BB-9CB2F73E3124}" type="presOf" srcId="{A0B75BFF-343F-4D36-834A-4F5F1CE0A793}" destId="{0B910EE8-719B-41F0-A764-5FFD3359214B}" srcOrd="0" destOrd="0" presId="urn:microsoft.com/office/officeart/2005/8/layout/default"/>
    <dgm:cxn modelId="{EE7A62F8-AB70-40F8-A1A4-2503B14D849F}" type="presOf" srcId="{D690324D-B7B2-4E3F-B550-58B82BE2FB0B}" destId="{A7146619-2A7A-4554-905E-4E52114F99E4}" srcOrd="0" destOrd="0" presId="urn:microsoft.com/office/officeart/2005/8/layout/default"/>
    <dgm:cxn modelId="{65B02055-EA88-409E-AA64-A0CED436B012}" type="presParOf" srcId="{E4407B79-2220-4F32-B84C-0A134399DE80}" destId="{F6D93FD7-3AEE-46C7-B61E-C177746DE0C3}" srcOrd="0" destOrd="0" presId="urn:microsoft.com/office/officeart/2005/8/layout/default"/>
    <dgm:cxn modelId="{1EEC358B-746F-4D20-81A5-E7F3241FE538}" type="presParOf" srcId="{E4407B79-2220-4F32-B84C-0A134399DE80}" destId="{0D465A14-B498-48C8-893C-8BB5FB885E54}" srcOrd="1" destOrd="0" presId="urn:microsoft.com/office/officeart/2005/8/layout/default"/>
    <dgm:cxn modelId="{F8F2A564-E7C1-4D7B-BADE-C3C057967522}" type="presParOf" srcId="{E4407B79-2220-4F32-B84C-0A134399DE80}" destId="{997239ED-3369-4312-987E-9678D25ED50B}" srcOrd="2" destOrd="0" presId="urn:microsoft.com/office/officeart/2005/8/layout/default"/>
    <dgm:cxn modelId="{BB1C4468-AE61-491A-916A-9B2D140ABA35}" type="presParOf" srcId="{E4407B79-2220-4F32-B84C-0A134399DE80}" destId="{8C6D6F63-7DB2-4DFF-8383-638AEE4C007E}" srcOrd="3" destOrd="0" presId="urn:microsoft.com/office/officeart/2005/8/layout/default"/>
    <dgm:cxn modelId="{8D53E274-60A9-4557-A561-83CF7FD5040E}" type="presParOf" srcId="{E4407B79-2220-4F32-B84C-0A134399DE80}" destId="{6A396345-38A7-4D5F-B7C0-640CA7BE8736}" srcOrd="4" destOrd="0" presId="urn:microsoft.com/office/officeart/2005/8/layout/default"/>
    <dgm:cxn modelId="{EAFDF6B1-A608-461F-B3C2-8DF07233490E}" type="presParOf" srcId="{E4407B79-2220-4F32-B84C-0A134399DE80}" destId="{AC4E65CF-C43E-4BE9-B7BE-02A54E8016BE}" srcOrd="5" destOrd="0" presId="urn:microsoft.com/office/officeart/2005/8/layout/default"/>
    <dgm:cxn modelId="{F37E9B42-1090-44B2-92F8-801C0BEB255D}" type="presParOf" srcId="{E4407B79-2220-4F32-B84C-0A134399DE80}" destId="{0B910EE8-719B-41F0-A764-5FFD3359214B}" srcOrd="6" destOrd="0" presId="urn:microsoft.com/office/officeart/2005/8/layout/default"/>
    <dgm:cxn modelId="{567B3782-72F7-431B-AE85-FB790803DDB1}" type="presParOf" srcId="{E4407B79-2220-4F32-B84C-0A134399DE80}" destId="{A85E71E9-96B7-4676-B007-94F3AD3EE1DF}" srcOrd="7" destOrd="0" presId="urn:microsoft.com/office/officeart/2005/8/layout/default"/>
    <dgm:cxn modelId="{FBAE2EF4-5E0E-4C9E-AF2F-38E314952ACF}" type="presParOf" srcId="{E4407B79-2220-4F32-B84C-0A134399DE80}" destId="{A7146619-2A7A-4554-905E-4E52114F99E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36F0CD-723A-47B5-BB4C-0971E8AACC5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FBCD82D-D76D-483D-A7B3-E2E13780B173}" type="pres">
      <dgm:prSet presAssocID="{5B36F0CD-723A-47B5-BB4C-0971E8AACC51}" presName="linearFlow" presStyleCnt="0">
        <dgm:presLayoutVars>
          <dgm:dir/>
          <dgm:resizeHandles val="exact"/>
        </dgm:presLayoutVars>
      </dgm:prSet>
      <dgm:spPr/>
    </dgm:pt>
  </dgm:ptLst>
  <dgm:cxnLst>
    <dgm:cxn modelId="{FAD47763-A575-4B0C-A10C-85A95017C99F}" type="presOf" srcId="{5B36F0CD-723A-47B5-BB4C-0971E8AACC51}" destId="{FFBCD82D-D76D-483D-A7B3-E2E13780B173}" srcOrd="0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844C30-8787-4EF5-93FD-D367A2FA16F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5C6EA24-0219-460C-AE4C-E8D8EE367530}">
      <dgm:prSet custT="1"/>
      <dgm:spPr>
        <a:solidFill>
          <a:srgbClr val="002060"/>
        </a:solidFill>
      </dgm:spPr>
      <dgm:t>
        <a:bodyPr/>
        <a:lstStyle/>
        <a:p>
          <a:r>
            <a:rPr lang="en-IN" sz="2800" dirty="0"/>
            <a:t>🎙️</a:t>
          </a:r>
        </a:p>
        <a:p>
          <a:r>
            <a:rPr lang="en-IN" sz="1300" b="1" dirty="0"/>
            <a:t>Speaker
Diarization</a:t>
          </a:r>
        </a:p>
      </dgm:t>
    </dgm:pt>
    <dgm:pt modelId="{F8E8B242-AD4F-46E2-B377-F9BF93A50258}" type="parTrans" cxnId="{DF4C490A-1E62-45CA-A331-957E961A1B44}">
      <dgm:prSet/>
      <dgm:spPr/>
      <dgm:t>
        <a:bodyPr/>
        <a:lstStyle/>
        <a:p>
          <a:endParaRPr lang="en-IN"/>
        </a:p>
      </dgm:t>
    </dgm:pt>
    <dgm:pt modelId="{B63DC7DA-5A3A-4D25-B816-14FF89119352}" type="sibTrans" cxnId="{DF4C490A-1E62-45CA-A331-957E961A1B44}">
      <dgm:prSet/>
      <dgm:spPr/>
      <dgm:t>
        <a:bodyPr/>
        <a:lstStyle/>
        <a:p>
          <a:endParaRPr lang="en-IN"/>
        </a:p>
      </dgm:t>
    </dgm:pt>
    <dgm:pt modelId="{B19F27F7-2B07-45A7-9EF1-BAD7A6994EEE}">
      <dgm:prSet custT="1"/>
      <dgm:spPr>
        <a:solidFill>
          <a:srgbClr val="00B0F0"/>
        </a:solidFill>
      </dgm:spPr>
      <dgm:t>
        <a:bodyPr/>
        <a:lstStyle/>
        <a:p>
          <a:r>
            <a:rPr lang="en-IN" sz="2800" dirty="0"/>
            <a:t>🌍</a:t>
          </a:r>
          <a:r>
            <a:rPr lang="en-IN" sz="1300" dirty="0"/>
            <a:t>
</a:t>
          </a:r>
          <a:r>
            <a:rPr lang="en-IN" sz="1300" b="1" dirty="0"/>
            <a:t>Multilingual
Transcription</a:t>
          </a:r>
        </a:p>
      </dgm:t>
    </dgm:pt>
    <dgm:pt modelId="{FC07AAD9-3A70-452C-868B-290284A1BB5F}" type="parTrans" cxnId="{4FF297BB-80E3-46DF-854B-2B67A5106EE2}">
      <dgm:prSet/>
      <dgm:spPr/>
      <dgm:t>
        <a:bodyPr/>
        <a:lstStyle/>
        <a:p>
          <a:endParaRPr lang="en-IN"/>
        </a:p>
      </dgm:t>
    </dgm:pt>
    <dgm:pt modelId="{0D767AA9-FE8A-441B-AB22-8E4564F1F5CA}" type="sibTrans" cxnId="{4FF297BB-80E3-46DF-854B-2B67A5106EE2}">
      <dgm:prSet/>
      <dgm:spPr/>
      <dgm:t>
        <a:bodyPr/>
        <a:lstStyle/>
        <a:p>
          <a:endParaRPr lang="en-IN"/>
        </a:p>
      </dgm:t>
    </dgm:pt>
    <dgm:pt modelId="{B4376119-DA37-4B1B-9816-53E077A20F6A}">
      <dgm:prSet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2800" dirty="0"/>
            <a:t>🧬</a:t>
          </a:r>
          <a:r>
            <a:rPr lang="en-IN" sz="1300" dirty="0"/>
            <a:t>
</a:t>
          </a:r>
          <a:r>
            <a:rPr lang="en-IN" sz="1600" b="1" dirty="0"/>
            <a:t>Medical NER</a:t>
          </a:r>
        </a:p>
      </dgm:t>
    </dgm:pt>
    <dgm:pt modelId="{1A521449-0558-487F-B1B0-F916C422ABB0}" type="parTrans" cxnId="{C7959E35-E2B1-48B4-8771-915EF08AFB41}">
      <dgm:prSet/>
      <dgm:spPr/>
      <dgm:t>
        <a:bodyPr/>
        <a:lstStyle/>
        <a:p>
          <a:endParaRPr lang="en-IN"/>
        </a:p>
      </dgm:t>
    </dgm:pt>
    <dgm:pt modelId="{92F84C0F-9CA3-4852-A522-E6CBEF861F48}" type="sibTrans" cxnId="{C7959E35-E2B1-48B4-8771-915EF08AFB41}">
      <dgm:prSet/>
      <dgm:spPr/>
      <dgm:t>
        <a:bodyPr/>
        <a:lstStyle/>
        <a:p>
          <a:endParaRPr lang="en-IN"/>
        </a:p>
      </dgm:t>
    </dgm:pt>
    <dgm:pt modelId="{EA25D9E6-53F1-4FE2-8199-695953A6C6B7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IN" dirty="0"/>
            <a:t>📝
Auto
Summarization</a:t>
          </a:r>
        </a:p>
      </dgm:t>
    </dgm:pt>
    <dgm:pt modelId="{8F13673D-C0F4-42E5-A6C8-14AB398287D6}" type="parTrans" cxnId="{31C8B1B9-1604-4BF8-B4ED-5AF91C36798C}">
      <dgm:prSet/>
      <dgm:spPr/>
      <dgm:t>
        <a:bodyPr/>
        <a:lstStyle/>
        <a:p>
          <a:endParaRPr lang="en-IN"/>
        </a:p>
      </dgm:t>
    </dgm:pt>
    <dgm:pt modelId="{C665702B-5BC8-4684-B311-E5FFB03F9A4D}" type="sibTrans" cxnId="{31C8B1B9-1604-4BF8-B4ED-5AF91C36798C}">
      <dgm:prSet/>
      <dgm:spPr/>
      <dgm:t>
        <a:bodyPr/>
        <a:lstStyle/>
        <a:p>
          <a:endParaRPr lang="en-IN"/>
        </a:p>
      </dgm:t>
    </dgm:pt>
    <dgm:pt modelId="{54B38A39-A13C-45AC-B042-8E995700130A}">
      <dgm:prSet custT="1"/>
      <dgm:spPr>
        <a:solidFill>
          <a:schemeClr val="bg2"/>
        </a:solidFill>
      </dgm:spPr>
      <dgm:t>
        <a:bodyPr/>
        <a:lstStyle/>
        <a:p>
          <a:r>
            <a:rPr lang="en-IN" sz="2400" dirty="0"/>
            <a:t>🔎</a:t>
          </a:r>
        </a:p>
        <a:p>
          <a:r>
            <a:rPr lang="en-IN" sz="1400" b="1" dirty="0"/>
            <a:t>Semantic
Search</a:t>
          </a:r>
        </a:p>
      </dgm:t>
    </dgm:pt>
    <dgm:pt modelId="{D882DC16-4516-47CA-B3DA-7D1B407E76CA}" type="parTrans" cxnId="{CDB76AA8-04E7-4585-9E87-20BB763ED555}">
      <dgm:prSet/>
      <dgm:spPr/>
      <dgm:t>
        <a:bodyPr/>
        <a:lstStyle/>
        <a:p>
          <a:endParaRPr lang="en-IN"/>
        </a:p>
      </dgm:t>
    </dgm:pt>
    <dgm:pt modelId="{5EEDB260-8CC4-43AB-B817-E562A1B1B54B}" type="sibTrans" cxnId="{CDB76AA8-04E7-4585-9E87-20BB763ED555}">
      <dgm:prSet/>
      <dgm:spPr/>
      <dgm:t>
        <a:bodyPr/>
        <a:lstStyle/>
        <a:p>
          <a:endParaRPr lang="en-IN"/>
        </a:p>
      </dgm:t>
    </dgm:pt>
    <dgm:pt modelId="{4AB9E558-8D47-42AA-91CB-A90DC7E48F4A}" type="pres">
      <dgm:prSet presAssocID="{37844C30-8787-4EF5-93FD-D367A2FA16F6}" presName="cycle" presStyleCnt="0">
        <dgm:presLayoutVars>
          <dgm:dir/>
          <dgm:resizeHandles val="exact"/>
        </dgm:presLayoutVars>
      </dgm:prSet>
      <dgm:spPr/>
    </dgm:pt>
    <dgm:pt modelId="{6A751AAD-B359-4B45-B1E6-6D441615BD58}" type="pres">
      <dgm:prSet presAssocID="{B4376119-DA37-4B1B-9816-53E077A20F6A}" presName="node" presStyleLbl="node1" presStyleIdx="0" presStyleCnt="5" custScaleX="100664" custRadScaleRad="98105" custRadScaleInc="-6257">
        <dgm:presLayoutVars>
          <dgm:bulletEnabled val="1"/>
        </dgm:presLayoutVars>
      </dgm:prSet>
      <dgm:spPr/>
    </dgm:pt>
    <dgm:pt modelId="{99C70C4A-5ADE-4F36-8593-8AFAA83DAA2A}" type="pres">
      <dgm:prSet presAssocID="{92F84C0F-9CA3-4852-A522-E6CBEF861F48}" presName="sibTrans" presStyleLbl="sibTrans2D1" presStyleIdx="0" presStyleCnt="5"/>
      <dgm:spPr/>
    </dgm:pt>
    <dgm:pt modelId="{91CA1650-DFEE-4A88-93C2-0152E48B0BFF}" type="pres">
      <dgm:prSet presAssocID="{92F84C0F-9CA3-4852-A522-E6CBEF861F48}" presName="connectorText" presStyleLbl="sibTrans2D1" presStyleIdx="0" presStyleCnt="5"/>
      <dgm:spPr/>
    </dgm:pt>
    <dgm:pt modelId="{FDD7B0FF-E624-4732-A5DB-36285707A107}" type="pres">
      <dgm:prSet presAssocID="{54B38A39-A13C-45AC-B042-8E995700130A}" presName="node" presStyleLbl="node1" presStyleIdx="1" presStyleCnt="5" custRadScaleRad="99531" custRadScaleInc="1569">
        <dgm:presLayoutVars>
          <dgm:bulletEnabled val="1"/>
        </dgm:presLayoutVars>
      </dgm:prSet>
      <dgm:spPr/>
    </dgm:pt>
    <dgm:pt modelId="{8202D04C-B8A2-415B-8592-68D64E9AB439}" type="pres">
      <dgm:prSet presAssocID="{5EEDB260-8CC4-43AB-B817-E562A1B1B54B}" presName="sibTrans" presStyleLbl="sibTrans2D1" presStyleIdx="1" presStyleCnt="5"/>
      <dgm:spPr/>
    </dgm:pt>
    <dgm:pt modelId="{D3AC91B8-59B4-4CCB-BCA8-2E136B8F8435}" type="pres">
      <dgm:prSet presAssocID="{5EEDB260-8CC4-43AB-B817-E562A1B1B54B}" presName="connectorText" presStyleLbl="sibTrans2D1" presStyleIdx="1" presStyleCnt="5"/>
      <dgm:spPr/>
    </dgm:pt>
    <dgm:pt modelId="{E6A78E3C-A636-463E-A777-748AD16350AF}" type="pres">
      <dgm:prSet presAssocID="{EA25D9E6-53F1-4FE2-8199-695953A6C6B7}" presName="node" presStyleLbl="node1" presStyleIdx="2" presStyleCnt="5">
        <dgm:presLayoutVars>
          <dgm:bulletEnabled val="1"/>
        </dgm:presLayoutVars>
      </dgm:prSet>
      <dgm:spPr/>
    </dgm:pt>
    <dgm:pt modelId="{906CFD6C-FBFE-4008-9C8D-171F89735556}" type="pres">
      <dgm:prSet presAssocID="{C665702B-5BC8-4684-B311-E5FFB03F9A4D}" presName="sibTrans" presStyleLbl="sibTrans2D1" presStyleIdx="2" presStyleCnt="5"/>
      <dgm:spPr/>
    </dgm:pt>
    <dgm:pt modelId="{9AB86CE2-5928-4E1D-8753-76A35370DF7A}" type="pres">
      <dgm:prSet presAssocID="{C665702B-5BC8-4684-B311-E5FFB03F9A4D}" presName="connectorText" presStyleLbl="sibTrans2D1" presStyleIdx="2" presStyleCnt="5"/>
      <dgm:spPr/>
    </dgm:pt>
    <dgm:pt modelId="{31AAB65D-3373-4387-A1BF-4AD698CE1C43}" type="pres">
      <dgm:prSet presAssocID="{B19F27F7-2B07-45A7-9EF1-BAD7A6994EEE}" presName="node" presStyleLbl="node1" presStyleIdx="3" presStyleCnt="5">
        <dgm:presLayoutVars>
          <dgm:bulletEnabled val="1"/>
        </dgm:presLayoutVars>
      </dgm:prSet>
      <dgm:spPr/>
    </dgm:pt>
    <dgm:pt modelId="{C71E71ED-FD5F-40D9-A94F-F48D4C685689}" type="pres">
      <dgm:prSet presAssocID="{0D767AA9-FE8A-441B-AB22-8E4564F1F5CA}" presName="sibTrans" presStyleLbl="sibTrans2D1" presStyleIdx="3" presStyleCnt="5"/>
      <dgm:spPr/>
    </dgm:pt>
    <dgm:pt modelId="{4A73870D-D613-45F6-B0D6-E1448BA8404D}" type="pres">
      <dgm:prSet presAssocID="{0D767AA9-FE8A-441B-AB22-8E4564F1F5CA}" presName="connectorText" presStyleLbl="sibTrans2D1" presStyleIdx="3" presStyleCnt="5"/>
      <dgm:spPr/>
    </dgm:pt>
    <dgm:pt modelId="{EAAAC77B-EA57-413D-906A-876E0F1D5E63}" type="pres">
      <dgm:prSet presAssocID="{D5C6EA24-0219-460C-AE4C-E8D8EE367530}" presName="node" presStyleLbl="node1" presStyleIdx="4" presStyleCnt="5">
        <dgm:presLayoutVars>
          <dgm:bulletEnabled val="1"/>
        </dgm:presLayoutVars>
      </dgm:prSet>
      <dgm:spPr/>
    </dgm:pt>
    <dgm:pt modelId="{F735B5B1-34C5-474F-B718-686550CE5FE6}" type="pres">
      <dgm:prSet presAssocID="{B63DC7DA-5A3A-4D25-B816-14FF89119352}" presName="sibTrans" presStyleLbl="sibTrans2D1" presStyleIdx="4" presStyleCnt="5"/>
      <dgm:spPr/>
    </dgm:pt>
    <dgm:pt modelId="{A4E86D36-471E-4871-8A5C-95890CD35A4D}" type="pres">
      <dgm:prSet presAssocID="{B63DC7DA-5A3A-4D25-B816-14FF89119352}" presName="connectorText" presStyleLbl="sibTrans2D1" presStyleIdx="4" presStyleCnt="5"/>
      <dgm:spPr/>
    </dgm:pt>
  </dgm:ptLst>
  <dgm:cxnLst>
    <dgm:cxn modelId="{CC9F4E03-1089-4D9B-9469-85A3F8110C65}" type="presOf" srcId="{B63DC7DA-5A3A-4D25-B816-14FF89119352}" destId="{F735B5B1-34C5-474F-B718-686550CE5FE6}" srcOrd="0" destOrd="0" presId="urn:microsoft.com/office/officeart/2005/8/layout/cycle2"/>
    <dgm:cxn modelId="{DF4C490A-1E62-45CA-A331-957E961A1B44}" srcId="{37844C30-8787-4EF5-93FD-D367A2FA16F6}" destId="{D5C6EA24-0219-460C-AE4C-E8D8EE367530}" srcOrd="4" destOrd="0" parTransId="{F8E8B242-AD4F-46E2-B377-F9BF93A50258}" sibTransId="{B63DC7DA-5A3A-4D25-B816-14FF89119352}"/>
    <dgm:cxn modelId="{5815880D-6ABD-4F07-8221-B2608B70FEBE}" type="presOf" srcId="{C665702B-5BC8-4684-B311-E5FFB03F9A4D}" destId="{9AB86CE2-5928-4E1D-8753-76A35370DF7A}" srcOrd="1" destOrd="0" presId="urn:microsoft.com/office/officeart/2005/8/layout/cycle2"/>
    <dgm:cxn modelId="{C7959E35-E2B1-48B4-8771-915EF08AFB41}" srcId="{37844C30-8787-4EF5-93FD-D367A2FA16F6}" destId="{B4376119-DA37-4B1B-9816-53E077A20F6A}" srcOrd="0" destOrd="0" parTransId="{1A521449-0558-487F-B1B0-F916C422ABB0}" sibTransId="{92F84C0F-9CA3-4852-A522-E6CBEF861F48}"/>
    <dgm:cxn modelId="{BD5FD445-9D98-4FA2-BBA6-C685F81D15FE}" type="presOf" srcId="{C665702B-5BC8-4684-B311-E5FFB03F9A4D}" destId="{906CFD6C-FBFE-4008-9C8D-171F89735556}" srcOrd="0" destOrd="0" presId="urn:microsoft.com/office/officeart/2005/8/layout/cycle2"/>
    <dgm:cxn modelId="{A790B546-4E89-4E70-AC3C-71F818AE6FDE}" type="presOf" srcId="{B19F27F7-2B07-45A7-9EF1-BAD7A6994EEE}" destId="{31AAB65D-3373-4387-A1BF-4AD698CE1C43}" srcOrd="0" destOrd="0" presId="urn:microsoft.com/office/officeart/2005/8/layout/cycle2"/>
    <dgm:cxn modelId="{F55BE56A-E95E-4FE7-A095-5FE689E07170}" type="presOf" srcId="{92F84C0F-9CA3-4852-A522-E6CBEF861F48}" destId="{91CA1650-DFEE-4A88-93C2-0152E48B0BFF}" srcOrd="1" destOrd="0" presId="urn:microsoft.com/office/officeart/2005/8/layout/cycle2"/>
    <dgm:cxn modelId="{520EE67A-4598-4068-ACC5-B5D3B1BD7E64}" type="presOf" srcId="{D5C6EA24-0219-460C-AE4C-E8D8EE367530}" destId="{EAAAC77B-EA57-413D-906A-876E0F1D5E63}" srcOrd="0" destOrd="0" presId="urn:microsoft.com/office/officeart/2005/8/layout/cycle2"/>
    <dgm:cxn modelId="{D4178F88-0838-4835-ABED-0887D8030D51}" type="presOf" srcId="{54B38A39-A13C-45AC-B042-8E995700130A}" destId="{FDD7B0FF-E624-4732-A5DB-36285707A107}" srcOrd="0" destOrd="0" presId="urn:microsoft.com/office/officeart/2005/8/layout/cycle2"/>
    <dgm:cxn modelId="{7F0C558E-BE25-4A1B-8C6F-2C6FAB4A9325}" type="presOf" srcId="{0D767AA9-FE8A-441B-AB22-8E4564F1F5CA}" destId="{4A73870D-D613-45F6-B0D6-E1448BA8404D}" srcOrd="1" destOrd="0" presId="urn:microsoft.com/office/officeart/2005/8/layout/cycle2"/>
    <dgm:cxn modelId="{0E4FC694-8B7A-4768-948A-BDC07C808F88}" type="presOf" srcId="{EA25D9E6-53F1-4FE2-8199-695953A6C6B7}" destId="{E6A78E3C-A636-463E-A777-748AD16350AF}" srcOrd="0" destOrd="0" presId="urn:microsoft.com/office/officeart/2005/8/layout/cycle2"/>
    <dgm:cxn modelId="{19B71C96-7CD9-4D5D-87F7-9F6769A24CF0}" type="presOf" srcId="{5EEDB260-8CC4-43AB-B817-E562A1B1B54B}" destId="{D3AC91B8-59B4-4CCB-BCA8-2E136B8F8435}" srcOrd="1" destOrd="0" presId="urn:microsoft.com/office/officeart/2005/8/layout/cycle2"/>
    <dgm:cxn modelId="{CDB76AA8-04E7-4585-9E87-20BB763ED555}" srcId="{37844C30-8787-4EF5-93FD-D367A2FA16F6}" destId="{54B38A39-A13C-45AC-B042-8E995700130A}" srcOrd="1" destOrd="0" parTransId="{D882DC16-4516-47CA-B3DA-7D1B407E76CA}" sibTransId="{5EEDB260-8CC4-43AB-B817-E562A1B1B54B}"/>
    <dgm:cxn modelId="{59264EB1-533B-4A16-A658-6C1C8A883007}" type="presOf" srcId="{37844C30-8787-4EF5-93FD-D367A2FA16F6}" destId="{4AB9E558-8D47-42AA-91CB-A90DC7E48F4A}" srcOrd="0" destOrd="0" presId="urn:microsoft.com/office/officeart/2005/8/layout/cycle2"/>
    <dgm:cxn modelId="{31C8B1B9-1604-4BF8-B4ED-5AF91C36798C}" srcId="{37844C30-8787-4EF5-93FD-D367A2FA16F6}" destId="{EA25D9E6-53F1-4FE2-8199-695953A6C6B7}" srcOrd="2" destOrd="0" parTransId="{8F13673D-C0F4-42E5-A6C8-14AB398287D6}" sibTransId="{C665702B-5BC8-4684-B311-E5FFB03F9A4D}"/>
    <dgm:cxn modelId="{4FF297BB-80E3-46DF-854B-2B67A5106EE2}" srcId="{37844C30-8787-4EF5-93FD-D367A2FA16F6}" destId="{B19F27F7-2B07-45A7-9EF1-BAD7A6994EEE}" srcOrd="3" destOrd="0" parTransId="{FC07AAD9-3A70-452C-868B-290284A1BB5F}" sibTransId="{0D767AA9-FE8A-441B-AB22-8E4564F1F5CA}"/>
    <dgm:cxn modelId="{541361C0-E70F-4705-8A01-14611696EBBA}" type="presOf" srcId="{B4376119-DA37-4B1B-9816-53E077A20F6A}" destId="{6A751AAD-B359-4B45-B1E6-6D441615BD58}" srcOrd="0" destOrd="0" presId="urn:microsoft.com/office/officeart/2005/8/layout/cycle2"/>
    <dgm:cxn modelId="{371CA0D7-6535-4A84-A51B-473CA293A7F2}" type="presOf" srcId="{92F84C0F-9CA3-4852-A522-E6CBEF861F48}" destId="{99C70C4A-5ADE-4F36-8593-8AFAA83DAA2A}" srcOrd="0" destOrd="0" presId="urn:microsoft.com/office/officeart/2005/8/layout/cycle2"/>
    <dgm:cxn modelId="{FF5C0CE2-1766-4A83-A170-7DD61D35A17F}" type="presOf" srcId="{B63DC7DA-5A3A-4D25-B816-14FF89119352}" destId="{A4E86D36-471E-4871-8A5C-95890CD35A4D}" srcOrd="1" destOrd="0" presId="urn:microsoft.com/office/officeart/2005/8/layout/cycle2"/>
    <dgm:cxn modelId="{45693FFA-5B1C-4927-AEC3-1D3A388D22A2}" type="presOf" srcId="{0D767AA9-FE8A-441B-AB22-8E4564F1F5CA}" destId="{C71E71ED-FD5F-40D9-A94F-F48D4C685689}" srcOrd="0" destOrd="0" presId="urn:microsoft.com/office/officeart/2005/8/layout/cycle2"/>
    <dgm:cxn modelId="{575162FB-FB48-49F4-8080-8BD07AA89CC5}" type="presOf" srcId="{5EEDB260-8CC4-43AB-B817-E562A1B1B54B}" destId="{8202D04C-B8A2-415B-8592-68D64E9AB439}" srcOrd="0" destOrd="0" presId="urn:microsoft.com/office/officeart/2005/8/layout/cycle2"/>
    <dgm:cxn modelId="{01548C4D-0719-46D4-8AD5-9E64E7CAEBDF}" type="presParOf" srcId="{4AB9E558-8D47-42AA-91CB-A90DC7E48F4A}" destId="{6A751AAD-B359-4B45-B1E6-6D441615BD58}" srcOrd="0" destOrd="0" presId="urn:microsoft.com/office/officeart/2005/8/layout/cycle2"/>
    <dgm:cxn modelId="{D6F4AFA0-DBD8-45B7-8E73-05E75272087E}" type="presParOf" srcId="{4AB9E558-8D47-42AA-91CB-A90DC7E48F4A}" destId="{99C70C4A-5ADE-4F36-8593-8AFAA83DAA2A}" srcOrd="1" destOrd="0" presId="urn:microsoft.com/office/officeart/2005/8/layout/cycle2"/>
    <dgm:cxn modelId="{7DEBB3CF-AA02-4E58-8868-719845E0A582}" type="presParOf" srcId="{99C70C4A-5ADE-4F36-8593-8AFAA83DAA2A}" destId="{91CA1650-DFEE-4A88-93C2-0152E48B0BFF}" srcOrd="0" destOrd="0" presId="urn:microsoft.com/office/officeart/2005/8/layout/cycle2"/>
    <dgm:cxn modelId="{689E5EAD-0241-4FD4-85C4-69EC3FC69144}" type="presParOf" srcId="{4AB9E558-8D47-42AA-91CB-A90DC7E48F4A}" destId="{FDD7B0FF-E624-4732-A5DB-36285707A107}" srcOrd="2" destOrd="0" presId="urn:microsoft.com/office/officeart/2005/8/layout/cycle2"/>
    <dgm:cxn modelId="{1C9E9D75-C90A-49F0-ACDA-5B96F8715D2F}" type="presParOf" srcId="{4AB9E558-8D47-42AA-91CB-A90DC7E48F4A}" destId="{8202D04C-B8A2-415B-8592-68D64E9AB439}" srcOrd="3" destOrd="0" presId="urn:microsoft.com/office/officeart/2005/8/layout/cycle2"/>
    <dgm:cxn modelId="{3D777C8C-2CE8-42A7-A428-47DDEE7C4C93}" type="presParOf" srcId="{8202D04C-B8A2-415B-8592-68D64E9AB439}" destId="{D3AC91B8-59B4-4CCB-BCA8-2E136B8F8435}" srcOrd="0" destOrd="0" presId="urn:microsoft.com/office/officeart/2005/8/layout/cycle2"/>
    <dgm:cxn modelId="{66EEE4D4-851B-4CE6-956A-7A30B5D78E2F}" type="presParOf" srcId="{4AB9E558-8D47-42AA-91CB-A90DC7E48F4A}" destId="{E6A78E3C-A636-463E-A777-748AD16350AF}" srcOrd="4" destOrd="0" presId="urn:microsoft.com/office/officeart/2005/8/layout/cycle2"/>
    <dgm:cxn modelId="{E4054793-DBE7-49CA-B3E5-CE23E0C84F0D}" type="presParOf" srcId="{4AB9E558-8D47-42AA-91CB-A90DC7E48F4A}" destId="{906CFD6C-FBFE-4008-9C8D-171F89735556}" srcOrd="5" destOrd="0" presId="urn:microsoft.com/office/officeart/2005/8/layout/cycle2"/>
    <dgm:cxn modelId="{2A99351F-F088-4A13-B056-63E30C41E5C3}" type="presParOf" srcId="{906CFD6C-FBFE-4008-9C8D-171F89735556}" destId="{9AB86CE2-5928-4E1D-8753-76A35370DF7A}" srcOrd="0" destOrd="0" presId="urn:microsoft.com/office/officeart/2005/8/layout/cycle2"/>
    <dgm:cxn modelId="{DA6909F2-631A-4A34-AB6C-87D97820ABDF}" type="presParOf" srcId="{4AB9E558-8D47-42AA-91CB-A90DC7E48F4A}" destId="{31AAB65D-3373-4387-A1BF-4AD698CE1C43}" srcOrd="6" destOrd="0" presId="urn:microsoft.com/office/officeart/2005/8/layout/cycle2"/>
    <dgm:cxn modelId="{2623D7C4-4AEA-41F2-BECA-7A2794A3387C}" type="presParOf" srcId="{4AB9E558-8D47-42AA-91CB-A90DC7E48F4A}" destId="{C71E71ED-FD5F-40D9-A94F-F48D4C685689}" srcOrd="7" destOrd="0" presId="urn:microsoft.com/office/officeart/2005/8/layout/cycle2"/>
    <dgm:cxn modelId="{B9CA5E84-95B5-46CD-89E5-501B0D33F99A}" type="presParOf" srcId="{C71E71ED-FD5F-40D9-A94F-F48D4C685689}" destId="{4A73870D-D613-45F6-B0D6-E1448BA8404D}" srcOrd="0" destOrd="0" presId="urn:microsoft.com/office/officeart/2005/8/layout/cycle2"/>
    <dgm:cxn modelId="{E6EBC254-91C8-4C17-ABB7-190112B74D7E}" type="presParOf" srcId="{4AB9E558-8D47-42AA-91CB-A90DC7E48F4A}" destId="{EAAAC77B-EA57-413D-906A-876E0F1D5E63}" srcOrd="8" destOrd="0" presId="urn:microsoft.com/office/officeart/2005/8/layout/cycle2"/>
    <dgm:cxn modelId="{EA489C00-FA5B-4679-B3CE-9F7C6E715F79}" type="presParOf" srcId="{4AB9E558-8D47-42AA-91CB-A90DC7E48F4A}" destId="{F735B5B1-34C5-474F-B718-686550CE5FE6}" srcOrd="9" destOrd="0" presId="urn:microsoft.com/office/officeart/2005/8/layout/cycle2"/>
    <dgm:cxn modelId="{84191910-3B77-4963-B852-2D45EF2C0A1D}" type="presParOf" srcId="{F735B5B1-34C5-474F-B718-686550CE5FE6}" destId="{A4E86D36-471E-4871-8A5C-95890CD35A4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24ADF-59C2-45B9-9858-DD21B5F4B8AE}">
      <dsp:nvSpPr>
        <dsp:cNvPr id="0" name=""/>
        <dsp:cNvSpPr/>
      </dsp:nvSpPr>
      <dsp:spPr>
        <a:xfrm rot="5400000">
          <a:off x="-122132" y="123190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1</a:t>
          </a:r>
          <a:endParaRPr lang="en-IN" sz="1500" kern="1200" dirty="0"/>
        </a:p>
      </dsp:txBody>
      <dsp:txXfrm rot="-5400000">
        <a:off x="2" y="286034"/>
        <a:ext cx="569953" cy="244266"/>
      </dsp:txXfrm>
    </dsp:sp>
    <dsp:sp modelId="{1A87FE8D-7C79-4FB1-AE75-D96CC14D43DC}">
      <dsp:nvSpPr>
        <dsp:cNvPr id="0" name=""/>
        <dsp:cNvSpPr/>
      </dsp:nvSpPr>
      <dsp:spPr>
        <a:xfrm rot="5400000">
          <a:off x="4081338" y="-3510327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b="1" kern="1200" dirty="0"/>
            <a:t>Web-based interactive interface</a:t>
          </a:r>
          <a:endParaRPr lang="en-IN" sz="1600" kern="1200" dirty="0"/>
        </a:p>
      </dsp:txBody>
      <dsp:txXfrm rot="-5400000">
        <a:off x="569953" y="26893"/>
        <a:ext cx="7526178" cy="477572"/>
      </dsp:txXfrm>
    </dsp:sp>
    <dsp:sp modelId="{C4D5FF51-76CA-44DC-87DD-7DB94CC2C96A}">
      <dsp:nvSpPr>
        <dsp:cNvPr id="0" name=""/>
        <dsp:cNvSpPr/>
      </dsp:nvSpPr>
      <dsp:spPr>
        <a:xfrm rot="5400000">
          <a:off x="-122132" y="766424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2</a:t>
          </a:r>
          <a:endParaRPr lang="en-IN" sz="1500" kern="1200" dirty="0"/>
        </a:p>
      </dsp:txBody>
      <dsp:txXfrm rot="-5400000">
        <a:off x="2" y="929268"/>
        <a:ext cx="569953" cy="244266"/>
      </dsp:txXfrm>
    </dsp:sp>
    <dsp:sp modelId="{DB2D96EF-DCA1-4484-8B16-F4226D0F4FD7}">
      <dsp:nvSpPr>
        <dsp:cNvPr id="0" name=""/>
        <dsp:cNvSpPr/>
      </dsp:nvSpPr>
      <dsp:spPr>
        <a:xfrm rot="5400000">
          <a:off x="4081338" y="-2842711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 dirty="0"/>
            <a:t>Medical podcast audio upload</a:t>
          </a:r>
          <a:endParaRPr lang="en-IN" sz="1800" kern="1200" dirty="0"/>
        </a:p>
      </dsp:txBody>
      <dsp:txXfrm rot="-5400000">
        <a:off x="569953" y="694509"/>
        <a:ext cx="7526178" cy="477572"/>
      </dsp:txXfrm>
    </dsp:sp>
    <dsp:sp modelId="{4AF2D76D-28C8-4E4C-AF95-E71FEE915FA7}">
      <dsp:nvSpPr>
        <dsp:cNvPr id="0" name=""/>
        <dsp:cNvSpPr/>
      </dsp:nvSpPr>
      <dsp:spPr>
        <a:xfrm rot="5400000">
          <a:off x="-122132" y="1409657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3</a:t>
          </a:r>
          <a:endParaRPr lang="en-IN" sz="1500" kern="1200" dirty="0"/>
        </a:p>
      </dsp:txBody>
      <dsp:txXfrm rot="-5400000">
        <a:off x="2" y="1572501"/>
        <a:ext cx="569953" cy="244266"/>
      </dsp:txXfrm>
    </dsp:sp>
    <dsp:sp modelId="{C226FC31-0C4A-460E-AA66-91519438B1B9}">
      <dsp:nvSpPr>
        <dsp:cNvPr id="0" name=""/>
        <dsp:cNvSpPr/>
      </dsp:nvSpPr>
      <dsp:spPr>
        <a:xfrm rot="5400000">
          <a:off x="4081338" y="-2223860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 dirty="0"/>
            <a:t>Transcript and topic-wise content view</a:t>
          </a:r>
          <a:endParaRPr lang="en-IN" sz="1800" kern="1200" dirty="0"/>
        </a:p>
      </dsp:txBody>
      <dsp:txXfrm rot="-5400000">
        <a:off x="569953" y="1313360"/>
        <a:ext cx="7526178" cy="4775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924ADF-59C2-45B9-9858-DD21B5F4B8AE}">
      <dsp:nvSpPr>
        <dsp:cNvPr id="0" name=""/>
        <dsp:cNvSpPr/>
      </dsp:nvSpPr>
      <dsp:spPr>
        <a:xfrm rot="5400000">
          <a:off x="-122132" y="123190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4</a:t>
          </a:r>
          <a:endParaRPr lang="en-IN" sz="1500" kern="1200" dirty="0"/>
        </a:p>
      </dsp:txBody>
      <dsp:txXfrm rot="-5400000">
        <a:off x="2" y="286034"/>
        <a:ext cx="569953" cy="244266"/>
      </dsp:txXfrm>
    </dsp:sp>
    <dsp:sp modelId="{1A87FE8D-7C79-4FB1-AE75-D96CC14D43DC}">
      <dsp:nvSpPr>
        <dsp:cNvPr id="0" name=""/>
        <dsp:cNvSpPr/>
      </dsp:nvSpPr>
      <dsp:spPr>
        <a:xfrm rot="5400000">
          <a:off x="4081338" y="-3510327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b="1" kern="1200" dirty="0"/>
            <a:t> Medical keyword highlighting</a:t>
          </a:r>
          <a:endParaRPr lang="en-IN" sz="1600" kern="1200" dirty="0"/>
        </a:p>
      </dsp:txBody>
      <dsp:txXfrm rot="-5400000">
        <a:off x="569953" y="26893"/>
        <a:ext cx="7526178" cy="477572"/>
      </dsp:txXfrm>
    </dsp:sp>
    <dsp:sp modelId="{C4D5FF51-76CA-44DC-87DD-7DB94CC2C96A}">
      <dsp:nvSpPr>
        <dsp:cNvPr id="0" name=""/>
        <dsp:cNvSpPr/>
      </dsp:nvSpPr>
      <dsp:spPr>
        <a:xfrm rot="5400000">
          <a:off x="-122132" y="766424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5</a:t>
          </a:r>
          <a:endParaRPr lang="en-IN" sz="1500" kern="1200" dirty="0"/>
        </a:p>
      </dsp:txBody>
      <dsp:txXfrm rot="-5400000">
        <a:off x="2" y="929268"/>
        <a:ext cx="569953" cy="244266"/>
      </dsp:txXfrm>
    </dsp:sp>
    <dsp:sp modelId="{DB2D96EF-DCA1-4484-8B16-F4226D0F4FD7}">
      <dsp:nvSpPr>
        <dsp:cNvPr id="0" name=""/>
        <dsp:cNvSpPr/>
      </dsp:nvSpPr>
      <dsp:spPr>
        <a:xfrm rot="5400000">
          <a:off x="4081338" y="-2886247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800" b="1" kern="1200" dirty="0"/>
            <a:t> Sentiment &amp; transcription quality metrics(WER,CER)</a:t>
          </a:r>
          <a:endParaRPr lang="en-IN" sz="1800" kern="1200" dirty="0"/>
        </a:p>
      </dsp:txBody>
      <dsp:txXfrm rot="-5400000">
        <a:off x="569953" y="650973"/>
        <a:ext cx="7526178" cy="477572"/>
      </dsp:txXfrm>
    </dsp:sp>
    <dsp:sp modelId="{4AF2D76D-28C8-4E4C-AF95-E71FEE915FA7}">
      <dsp:nvSpPr>
        <dsp:cNvPr id="0" name=""/>
        <dsp:cNvSpPr/>
      </dsp:nvSpPr>
      <dsp:spPr>
        <a:xfrm rot="5400000">
          <a:off x="-122132" y="1409657"/>
          <a:ext cx="814219" cy="56995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6</a:t>
          </a:r>
          <a:endParaRPr lang="en-IN" sz="1500" kern="1200" dirty="0"/>
        </a:p>
      </dsp:txBody>
      <dsp:txXfrm rot="-5400000">
        <a:off x="2" y="1572501"/>
        <a:ext cx="569953" cy="244266"/>
      </dsp:txXfrm>
    </dsp:sp>
    <dsp:sp modelId="{C226FC31-0C4A-460E-AA66-91519438B1B9}">
      <dsp:nvSpPr>
        <dsp:cNvPr id="0" name=""/>
        <dsp:cNvSpPr/>
      </dsp:nvSpPr>
      <dsp:spPr>
        <a:xfrm rot="5400000">
          <a:off x="4081338" y="-2253895"/>
          <a:ext cx="529242" cy="755201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b="1" kern="1200" dirty="0"/>
            <a:t>Time-stamp based audio navigation</a:t>
          </a:r>
          <a:endParaRPr lang="en-IN" sz="1800" b="1" kern="1200" dirty="0"/>
        </a:p>
      </dsp:txBody>
      <dsp:txXfrm rot="-5400000">
        <a:off x="569953" y="1283325"/>
        <a:ext cx="7526178" cy="4775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D93FD7-3AEE-46C7-B61E-C177746DE0C3}">
      <dsp:nvSpPr>
        <dsp:cNvPr id="0" name=""/>
        <dsp:cNvSpPr/>
      </dsp:nvSpPr>
      <dsp:spPr>
        <a:xfrm>
          <a:off x="0" y="280491"/>
          <a:ext cx="2795984" cy="1677590"/>
        </a:xfrm>
        <a:prstGeom prst="rect">
          <a:avLst/>
        </a:prstGeom>
        <a:solidFill>
          <a:schemeClr val="accent1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Handling complex medical terminology accurately</a:t>
          </a:r>
        </a:p>
      </dsp:txBody>
      <dsp:txXfrm>
        <a:off x="0" y="280491"/>
        <a:ext cx="2795984" cy="1677590"/>
      </dsp:txXfrm>
    </dsp:sp>
    <dsp:sp modelId="{997239ED-3369-4312-987E-9678D25ED50B}">
      <dsp:nvSpPr>
        <dsp:cNvPr id="0" name=""/>
        <dsp:cNvSpPr/>
      </dsp:nvSpPr>
      <dsp:spPr>
        <a:xfrm>
          <a:off x="3075582" y="280491"/>
          <a:ext cx="2795984" cy="1677590"/>
        </a:xfrm>
        <a:prstGeom prst="rect">
          <a:avLst/>
        </a:prstGeom>
        <a:solidFill>
          <a:schemeClr val="accent1">
            <a:lumMod val="7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Managing background noise in podcast audio</a:t>
          </a:r>
          <a:endParaRPr lang="en-IN" sz="2000" kern="1200" dirty="0"/>
        </a:p>
      </dsp:txBody>
      <dsp:txXfrm>
        <a:off x="3075582" y="280491"/>
        <a:ext cx="2795984" cy="1677590"/>
      </dsp:txXfrm>
    </dsp:sp>
    <dsp:sp modelId="{6A396345-38A7-4D5F-B7C0-640CA7BE8736}">
      <dsp:nvSpPr>
        <dsp:cNvPr id="0" name=""/>
        <dsp:cNvSpPr/>
      </dsp:nvSpPr>
      <dsp:spPr>
        <a:xfrm>
          <a:off x="6151165" y="280491"/>
          <a:ext cx="2795984" cy="1677590"/>
        </a:xfrm>
        <a:prstGeom prst="rect">
          <a:avLst/>
        </a:prstGeom>
        <a:solidFill>
          <a:schemeClr val="tx2">
            <a:lumMod val="2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Detecting correct topic boundaries in long conversations</a:t>
          </a:r>
          <a:endParaRPr lang="en-IN" sz="2000" kern="1200" dirty="0"/>
        </a:p>
      </dsp:txBody>
      <dsp:txXfrm>
        <a:off x="6151165" y="280491"/>
        <a:ext cx="2795984" cy="1677590"/>
      </dsp:txXfrm>
    </dsp:sp>
    <dsp:sp modelId="{0B910EE8-719B-41F0-A764-5FFD3359214B}">
      <dsp:nvSpPr>
        <dsp:cNvPr id="0" name=""/>
        <dsp:cNvSpPr/>
      </dsp:nvSpPr>
      <dsp:spPr>
        <a:xfrm>
          <a:off x="1537791" y="2237680"/>
          <a:ext cx="2795984" cy="1677590"/>
        </a:xfrm>
        <a:prstGeom prst="rect">
          <a:avLst/>
        </a:prstGeom>
        <a:solidFill>
          <a:schemeClr val="accent4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000" kern="1200" dirty="0"/>
            <a:t>Avoiding incorrect sentiment classification for clinical content</a:t>
          </a:r>
        </a:p>
      </dsp:txBody>
      <dsp:txXfrm>
        <a:off x="1537791" y="2237680"/>
        <a:ext cx="2795984" cy="1677590"/>
      </dsp:txXfrm>
    </dsp:sp>
    <dsp:sp modelId="{A7146619-2A7A-4554-905E-4E52114F99E4}">
      <dsp:nvSpPr>
        <dsp:cNvPr id="0" name=""/>
        <dsp:cNvSpPr/>
      </dsp:nvSpPr>
      <dsp:spPr>
        <a:xfrm>
          <a:off x="4613374" y="2237680"/>
          <a:ext cx="2795984" cy="1677590"/>
        </a:xfrm>
        <a:prstGeom prst="rect">
          <a:avLst/>
        </a:prstGeom>
        <a:solidFill>
          <a:srgbClr val="00206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kern="1200" dirty="0"/>
            <a:t>Maintaining transcription accuracy across different speakers</a:t>
          </a:r>
          <a:endParaRPr lang="en-IN" sz="2000" kern="1200" dirty="0"/>
        </a:p>
      </dsp:txBody>
      <dsp:txXfrm>
        <a:off x="4613374" y="2237680"/>
        <a:ext cx="2795984" cy="16775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51AAD-B359-4B45-B1E6-6D441615BD58}">
      <dsp:nvSpPr>
        <dsp:cNvPr id="0" name=""/>
        <dsp:cNvSpPr/>
      </dsp:nvSpPr>
      <dsp:spPr>
        <a:xfrm>
          <a:off x="4705107" y="47462"/>
          <a:ext cx="1867370" cy="1855053"/>
        </a:xfrm>
        <a:prstGeom prst="ellipse">
          <a:avLst/>
        </a:prstGeom>
        <a:solidFill>
          <a:schemeClr val="accent5">
            <a:lumMod val="75000"/>
          </a:schemeClr>
        </a:solidFill>
        <a:ln w="28575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🧬</a:t>
          </a:r>
          <a:r>
            <a:rPr lang="en-IN" sz="1300" kern="1200" dirty="0"/>
            <a:t>
</a:t>
          </a:r>
          <a:r>
            <a:rPr lang="en-IN" sz="1600" b="1" kern="1200" dirty="0"/>
            <a:t>Medical NER</a:t>
          </a:r>
        </a:p>
      </dsp:txBody>
      <dsp:txXfrm>
        <a:off x="4978577" y="319128"/>
        <a:ext cx="1320430" cy="1311721"/>
      </dsp:txXfrm>
    </dsp:sp>
    <dsp:sp modelId="{99C70C4A-5ADE-4F36-8593-8AFAA83DAA2A}">
      <dsp:nvSpPr>
        <dsp:cNvPr id="0" name=""/>
        <dsp:cNvSpPr/>
      </dsp:nvSpPr>
      <dsp:spPr>
        <a:xfrm rot="2076938">
          <a:off x="6538135" y="1463514"/>
          <a:ext cx="523829" cy="626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552044" y="1544094"/>
        <a:ext cx="366680" cy="375648"/>
      </dsp:txXfrm>
    </dsp:sp>
    <dsp:sp modelId="{FDD7B0FF-E624-4732-A5DB-36285707A107}">
      <dsp:nvSpPr>
        <dsp:cNvPr id="0" name=""/>
        <dsp:cNvSpPr/>
      </dsp:nvSpPr>
      <dsp:spPr>
        <a:xfrm>
          <a:off x="7054761" y="1665075"/>
          <a:ext cx="1855053" cy="1855053"/>
        </a:xfrm>
        <a:prstGeom prst="ellipse">
          <a:avLst/>
        </a:prstGeom>
        <a:solidFill>
          <a:schemeClr val="bg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🔎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Semantic
Search</a:t>
          </a:r>
        </a:p>
      </dsp:txBody>
      <dsp:txXfrm>
        <a:off x="7326427" y="1936741"/>
        <a:ext cx="1311721" cy="1311721"/>
      </dsp:txXfrm>
    </dsp:sp>
    <dsp:sp modelId="{8202D04C-B8A2-415B-8592-68D64E9AB439}">
      <dsp:nvSpPr>
        <dsp:cNvPr id="0" name=""/>
        <dsp:cNvSpPr/>
      </dsp:nvSpPr>
      <dsp:spPr>
        <a:xfrm rot="6485707">
          <a:off x="7316999" y="3579596"/>
          <a:ext cx="480988" cy="626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7411556" y="3636232"/>
        <a:ext cx="336692" cy="375648"/>
      </dsp:txXfrm>
    </dsp:sp>
    <dsp:sp modelId="{E6A78E3C-A636-463E-A777-748AD16350AF}">
      <dsp:nvSpPr>
        <dsp:cNvPr id="0" name=""/>
        <dsp:cNvSpPr/>
      </dsp:nvSpPr>
      <dsp:spPr>
        <a:xfrm>
          <a:off x="6196716" y="4291024"/>
          <a:ext cx="1855053" cy="1855053"/>
        </a:xfrm>
        <a:prstGeom prst="ellipse">
          <a:avLst/>
        </a:prstGeom>
        <a:solidFill>
          <a:schemeClr val="accent6">
            <a:lumMod val="5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📝
Auto
Summarization</a:t>
          </a:r>
        </a:p>
      </dsp:txBody>
      <dsp:txXfrm>
        <a:off x="6468382" y="4562690"/>
        <a:ext cx="1311721" cy="1311721"/>
      </dsp:txXfrm>
    </dsp:sp>
    <dsp:sp modelId="{906CFD6C-FBFE-4008-9C8D-171F89735556}">
      <dsp:nvSpPr>
        <dsp:cNvPr id="0" name=""/>
        <dsp:cNvSpPr/>
      </dsp:nvSpPr>
      <dsp:spPr>
        <a:xfrm rot="10800000">
          <a:off x="5497001" y="4905510"/>
          <a:ext cx="494465" cy="626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5645340" y="5030726"/>
        <a:ext cx="346126" cy="375648"/>
      </dsp:txXfrm>
    </dsp:sp>
    <dsp:sp modelId="{31AAB65D-3373-4387-A1BF-4AD698CE1C43}">
      <dsp:nvSpPr>
        <dsp:cNvPr id="0" name=""/>
        <dsp:cNvSpPr/>
      </dsp:nvSpPr>
      <dsp:spPr>
        <a:xfrm>
          <a:off x="3408709" y="4291024"/>
          <a:ext cx="1855053" cy="1855053"/>
        </a:xfrm>
        <a:prstGeom prst="ellipse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🌍</a:t>
          </a:r>
          <a:r>
            <a:rPr lang="en-IN" sz="1300" kern="1200" dirty="0"/>
            <a:t>
</a:t>
          </a:r>
          <a:r>
            <a:rPr lang="en-IN" sz="1300" b="1" kern="1200" dirty="0"/>
            <a:t>Multilingual
Transcription</a:t>
          </a:r>
        </a:p>
      </dsp:txBody>
      <dsp:txXfrm>
        <a:off x="3680375" y="4562690"/>
        <a:ext cx="1311721" cy="1311721"/>
      </dsp:txXfrm>
    </dsp:sp>
    <dsp:sp modelId="{C71E71ED-FD5F-40D9-A94F-F48D4C685689}">
      <dsp:nvSpPr>
        <dsp:cNvPr id="0" name=""/>
        <dsp:cNvSpPr/>
      </dsp:nvSpPr>
      <dsp:spPr>
        <a:xfrm rot="15120000">
          <a:off x="3662557" y="3593043"/>
          <a:ext cx="494465" cy="626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3759646" y="3788798"/>
        <a:ext cx="346126" cy="375648"/>
      </dsp:txXfrm>
    </dsp:sp>
    <dsp:sp modelId="{EAAAC77B-EA57-413D-906A-876E0F1D5E63}">
      <dsp:nvSpPr>
        <dsp:cNvPr id="0" name=""/>
        <dsp:cNvSpPr/>
      </dsp:nvSpPr>
      <dsp:spPr>
        <a:xfrm>
          <a:off x="2547168" y="1639471"/>
          <a:ext cx="1855053" cy="1855053"/>
        </a:xfrm>
        <a:prstGeom prst="ellipse">
          <a:avLst/>
        </a:prstGeom>
        <a:solidFill>
          <a:srgbClr val="00206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🎙️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Speaker
Diarization</a:t>
          </a:r>
        </a:p>
      </dsp:txBody>
      <dsp:txXfrm>
        <a:off x="2818834" y="1911137"/>
        <a:ext cx="1311721" cy="1311721"/>
      </dsp:txXfrm>
    </dsp:sp>
    <dsp:sp modelId="{F735B5B1-34C5-474F-B718-686550CE5FE6}">
      <dsp:nvSpPr>
        <dsp:cNvPr id="0" name=""/>
        <dsp:cNvSpPr/>
      </dsp:nvSpPr>
      <dsp:spPr>
        <a:xfrm rot="19419606">
          <a:off x="4325836" y="1466489"/>
          <a:ext cx="438608" cy="6260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338631" y="1630691"/>
        <a:ext cx="307026" cy="375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CD42E-3418-45E9-BCEC-E4F960CF6F35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36A70-7BB8-435A-8ACD-4C88C39DE3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86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36A70-7BB8-435A-8ACD-4C88C39DE37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81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DD8E-F879-49EE-9324-90D6B79DA83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03E2-C518-4DCC-BCE2-D1C5A74DDF9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BEBAF-26F8-4063-B1FB-5C3369D878A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9046-3D7D-48B7-BE52-FE6C65A55D09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E4C3-789D-4A64-9E49-8B91BDE7C4A8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B146C-FCB9-4A71-9797-B70DA14FCD9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2216D-BE75-4F84-B32C-6C4BEDCB26B6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12686-6DED-49F4-A2FB-A6AE58CFD77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B506-229C-42B8-9CCA-BC49C1754F5A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42C53-70F9-4769-8EDF-ABC026385938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944E-4FFA-4A93-80A3-CE56B36DC11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28DB-5E85-47E7-B4D9-9D388E6BACB1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CBB6-87AC-4067-8A28-EB33B24F3415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8DCFE-75E9-4918-99FC-FE89A2463C1E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6C48-3B72-4980-AFE6-E22365E82CE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EA210-60AB-4AFF-9C38-AC0EE629039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777B5-5C98-4B4A-B89E-A435F3D4D54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0E637A0-68E6-4E42-A569-BE01BDCCBC86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microsoft.com/office/2007/relationships/hdphoto" Target="../media/hdphoto4.wdp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5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13" Type="http://schemas.openxmlformats.org/officeDocument/2006/relationships/diagramColors" Target="../diagrams/colors5.xml"/><Relationship Id="rId3" Type="http://schemas.openxmlformats.org/officeDocument/2006/relationships/image" Target="../media/image6.png"/><Relationship Id="rId7" Type="http://schemas.openxmlformats.org/officeDocument/2006/relationships/diagramQuickStyle" Target="../diagrams/quickStyle4.xml"/><Relationship Id="rId12" Type="http://schemas.openxmlformats.org/officeDocument/2006/relationships/diagramQuickStyle" Target="../diagrams/quickStyle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11" Type="http://schemas.openxmlformats.org/officeDocument/2006/relationships/diagramLayout" Target="../diagrams/layout5.xml"/><Relationship Id="rId5" Type="http://schemas.openxmlformats.org/officeDocument/2006/relationships/diagramData" Target="../diagrams/data4.xml"/><Relationship Id="rId10" Type="http://schemas.openxmlformats.org/officeDocument/2006/relationships/diagramData" Target="../diagrams/data5.xml"/><Relationship Id="rId4" Type="http://schemas.microsoft.com/office/2007/relationships/hdphoto" Target="../media/hdphoto1.wdp"/><Relationship Id="rId9" Type="http://schemas.microsoft.com/office/2007/relationships/diagramDrawing" Target="../diagrams/drawing4.xml"/><Relationship Id="rId14" Type="http://schemas.microsoft.com/office/2007/relationships/diagramDrawing" Target="../diagrams/drawing5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D0F0-2CE1-0C3E-672C-56C099427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460" y="2013359"/>
            <a:ext cx="9362114" cy="1728132"/>
          </a:xfrm>
        </p:spPr>
        <p:txBody>
          <a:bodyPr/>
          <a:lstStyle/>
          <a:p>
            <a:r>
              <a:rPr lang="en-US" sz="3200" b="1" dirty="0"/>
              <a:t>Automated Medical Podcast Transcription and Topic Segmentation</a:t>
            </a:r>
            <a:endParaRPr lang="en-IN"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A6C06-ACCF-D4C1-2824-3FF6D8EC0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0429" y="4068660"/>
            <a:ext cx="7852095" cy="1040235"/>
          </a:xfrm>
        </p:spPr>
        <p:txBody>
          <a:bodyPr>
            <a:normAutofit/>
          </a:bodyPr>
          <a:lstStyle/>
          <a:p>
            <a:r>
              <a:rPr lang="en-US" b="1" cap="none" dirty="0"/>
              <a:t>An AI &amp; NLP Based System For Medical Audio Analysis</a:t>
            </a:r>
            <a:endParaRPr lang="en-IN" b="1" cap="non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2C2EA-C43D-810D-3A3C-D68ED5F1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1" y="295729"/>
            <a:ext cx="829984" cy="649151"/>
          </a:xfrm>
        </p:spPr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BAF70-945B-E390-B550-C136D4E270E3}"/>
              </a:ext>
            </a:extLst>
          </p:cNvPr>
          <p:cNvSpPr txBox="1"/>
          <p:nvPr/>
        </p:nvSpPr>
        <p:spPr>
          <a:xfrm>
            <a:off x="8752341" y="5112898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 . Parimala Jyothika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9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C6E7-9750-261C-1D19-B376A9E90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54" y="295729"/>
            <a:ext cx="6347145" cy="537392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MS PMincho" panose="02020600040205080304" pitchFamily="18" charset="-128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10902-ED0C-FFB0-2803-01228393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56" y="833122"/>
            <a:ext cx="8179544" cy="6024878"/>
          </a:xfrm>
        </p:spPr>
        <p:txBody>
          <a:bodyPr>
            <a:normAutofit/>
          </a:bodyPr>
          <a:lstStyle/>
          <a:p>
            <a:r>
              <a:rPr lang="en-US" dirty="0"/>
              <a:t>Medical podcasts have emerged as an important source of clinical and educational information for medical students, healthcare professionals, researchers, and educators. These podcasts cover a wide range of topics such as diseases, symptoms, treatment methods, clinical case discussions, and public health awareness.</a:t>
            </a:r>
          </a:p>
          <a:p>
            <a:r>
              <a:rPr lang="en-US" dirty="0"/>
              <a:t>Experts often share real-world medical experiences and updated clinical practices, making podcasts a valuable supplementary learning resource alongside textbooks and journals. However, most medical podcasts are lengthy and unstructured, requiring listeners to spend significant time to locate specific information.</a:t>
            </a:r>
          </a:p>
          <a:p>
            <a:r>
              <a:rPr lang="en-US" dirty="0"/>
              <a:t>This creates a strong need for an intelligent system that can automatically convert medical podcast audio into structured, searchable, and easily accessible content.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814AC-875B-A371-47B2-2F2C6CA2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2DD79E-104E-4123-0F7A-6E3D3C7F2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64" y="1607746"/>
            <a:ext cx="3373120" cy="35002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57888925"/>
      </p:ext>
    </p:extLst>
  </p:cSld>
  <p:clrMapOvr>
    <a:masterClrMapping/>
  </p:clrMapOvr>
  <p:transition spd="slow" advTm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5BE07-D1CF-FFEA-CBC3-A19554BC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B3B5-3108-6BD7-91A9-1AD4F680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9234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Problem Statement</a:t>
            </a:r>
            <a:endParaRPr lang="en-IN" sz="3200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MS PMincho" panose="02020600040205080304" pitchFamily="18" charset="-128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BB16F-349A-253A-137E-43980C89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720" y="1341952"/>
            <a:ext cx="7254240" cy="49369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Medical podcasts contain highly valuable clinical and educational information, but their long duration and lack of structure make them difficult to analyze and navigate. Listeners often need to spend a significant amount of time searching for specific disease discussions, treatment explanations, or clinical insights within a single podcast episode.</a:t>
            </a:r>
          </a:p>
          <a:p>
            <a:endParaRPr lang="en-US" dirty="0"/>
          </a:p>
          <a:p>
            <a:r>
              <a:rPr lang="en-US" dirty="0"/>
              <a:t>Since podcasts are audio-based, traditional text-based search and indexing methods cannot be applied directly. As a result, users are forced to manually listen to entire episodes, which is inefficient and time-consuming. This highlights the need for an automated system that can convert medical podcast audio into structured, searchable, and topic-wise organized content.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5C543-0994-AF3E-9967-94CF035A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1" y="295729"/>
            <a:ext cx="803140" cy="578031"/>
          </a:xfrm>
        </p:spPr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39D668-7F0E-9367-425B-6D1E630E8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3000" y="1747260"/>
            <a:ext cx="3807941" cy="396832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786827123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9E56D-FA67-DFEB-19A1-A02AEE46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301A-27E1-C78C-8704-1055E920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9234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Objectives of the Project</a:t>
            </a:r>
            <a:endParaRPr lang="en-IN" sz="3200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MS PMincho" panose="02020600040205080304" pitchFamily="18" charset="-128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0E284-C052-A342-EDDE-0E2EDF3D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98" y="1610686"/>
            <a:ext cx="10227002" cy="4612546"/>
          </a:xfrm>
        </p:spPr>
        <p:txBody>
          <a:bodyPr>
            <a:normAutofit/>
          </a:bodyPr>
          <a:lstStyle/>
          <a:p>
            <a:r>
              <a:rPr lang="en-US" dirty="0"/>
              <a:t>The primary objective of this project is to develop an AI-driven system that improves the accessibility and usability of medical podcast content. The system aims to accurately convert medical podcast audio into text and organize the information in a structured and meaningful manner.</a:t>
            </a:r>
          </a:p>
          <a:p>
            <a:r>
              <a:rPr lang="en-US" dirty="0"/>
              <a:t>The specific objectives of the project 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automatically transcribe medical podcast audio using advanced speech-to-text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segment long podcast transcripts into meaningful topic-based sections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extract important medical keywords that summarize each topic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perform sentiment analysis in a medical-aware context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evaluate transcription quality using standard performance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 provide an interactive user interface for easy navigation and analysis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6FF63-3901-EF16-00A1-AF4010A20782}"/>
              </a:ext>
            </a:extLst>
          </p:cNvPr>
          <p:cNvSpPr txBox="1"/>
          <p:nvPr/>
        </p:nvSpPr>
        <p:spPr>
          <a:xfrm>
            <a:off x="10638265" y="458964"/>
            <a:ext cx="365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70D2700-14D4-0C00-957A-926A53BA7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1726" y="68874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4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2AA16-63B9-EAA2-0371-1782A718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1422-2403-1686-C9B3-B39226F59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00" y="570163"/>
            <a:ext cx="9404723" cy="889234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Scope of the Project</a:t>
            </a:r>
            <a:endParaRPr lang="en-IN" sz="3200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MS PMincho" panose="02020600040205080304" pitchFamily="18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8119E-B093-ADE8-004B-1F6F8922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2380" y="7220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CEF90-C193-7482-8316-D8FCEF20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09" y="1659306"/>
            <a:ext cx="4979429" cy="295520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25BB919-B2A1-C6C8-3662-3974D79234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1189" y="1659306"/>
            <a:ext cx="595233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analysis of recorded medical podcast audio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&amp; NLP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preprocessing and speech-to-text transcription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 segmentation and keyword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 and transcription quality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interface for visualization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pre-recorded audio only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Intended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and informational purposes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82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78FE0-8E60-A8C3-82E6-3E944C377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1B1A-FB10-0E36-B89F-D77562A8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55" y="331266"/>
            <a:ext cx="9404723" cy="889234"/>
          </a:xfrm>
        </p:spPr>
        <p:txBody>
          <a:bodyPr/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System Architecture</a:t>
            </a:r>
            <a:endParaRPr lang="en-IN" sz="3200" b="1" dirty="0">
              <a:solidFill>
                <a:schemeClr val="bg2">
                  <a:lumMod val="60000"/>
                  <a:lumOff val="40000"/>
                </a:schemeClr>
              </a:solidFill>
              <a:latin typeface="Arial" panose="020B0604020202020204" pitchFamily="34" charset="0"/>
              <a:ea typeface="MS PMincho" panose="02020600040205080304" pitchFamily="18" charset="-128"/>
              <a:cs typeface="Arial" panose="020B0604020202020204" pitchFamily="34" charset="0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9E2A4F57-E767-7A3D-F98C-E1E3CA60CE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BA81644B-4FCC-8522-C090-499F7A43E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6C79F99-6F1A-941B-8C51-1E335FC11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93" y="452718"/>
            <a:ext cx="4957893" cy="617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0EFA6EF-F5E4-7785-E61F-8CBF15D8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2700" y="68874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8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39A96-FE3F-4E63-D70A-81255F81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7B08-5798-1C37-5EEB-5B0899E2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81" y="186501"/>
            <a:ext cx="9404723" cy="1400530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Core Application 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00B094-D4AE-43BC-43EE-D1A7F98337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9681" y="1076439"/>
            <a:ext cx="11412637" cy="6637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Audio Preprocessing:</a:t>
            </a:r>
            <a:endParaRPr kumimoji="0" lang="en-US" altLang="en-US" sz="2800" b="0" i="0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raw podcast audio into a standard format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background noise and silent segments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consistent audio quality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2.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Speech-to-Text Transcription:</a:t>
            </a: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medical podcast audio into text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medical terminology accurately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time-aligned transcripts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3. Topic Segmentation: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Divides long transcripts into meaningful topics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Detects topic boundaries using semantic similarity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Improves navigation within podcast</a:t>
            </a:r>
          </a:p>
          <a:p>
            <a:pPr marL="85725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8ACD04-44D8-977C-A8CE-BD4ACED6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9261" y="11907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9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0C3B6-13B9-DDBA-906E-A639EAB1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43D8AF92-DEE8-86CB-1CD1-67CF5239D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640" y="704675"/>
            <a:ext cx="11610503" cy="5041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Keyword Extraction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important medical terms per topic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summarize and index content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quick understanding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Sentiment &amp; Quality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emotional tone of medical discussions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Evaluates transcription accuracy (WER, CER)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reliability of generated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Frontend Visualization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transcripts and topic segments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keywords, sentiment, and metrics</a:t>
            </a:r>
          </a:p>
          <a:p>
            <a:pPr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user-friendly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87A66-5739-0F80-D6E9-9CA2A577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64100" cy="588191"/>
          </a:xfrm>
        </p:spPr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4DAC0-D897-FB4D-8606-19A43DE2D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240" y="1733864"/>
            <a:ext cx="4805680" cy="355236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85976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8EC14-0265-03E6-0ADB-A8B957C8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BA014E6-E79C-1EA6-F024-9CB9EF655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561561"/>
              </p:ext>
            </p:extLst>
          </p:nvPr>
        </p:nvGraphicFramePr>
        <p:xfrm>
          <a:off x="416246" y="1643331"/>
          <a:ext cx="8121967" cy="2102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4F358-9C87-330F-460C-36E1A982FDD2}"/>
              </a:ext>
            </a:extLst>
          </p:cNvPr>
          <p:cNvSpPr txBox="1"/>
          <p:nvPr/>
        </p:nvSpPr>
        <p:spPr>
          <a:xfrm>
            <a:off x="353288" y="433010"/>
            <a:ext cx="64125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 Interface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55EF9-AFD5-824B-0319-A3F11181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1" y="295729"/>
            <a:ext cx="813300" cy="537391"/>
          </a:xfrm>
        </p:spPr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15" name="Content Placeholder 9">
            <a:extLst>
              <a:ext uri="{FF2B5EF4-FFF2-40B4-BE49-F238E27FC236}">
                <a16:creationId xmlns:a16="http://schemas.microsoft.com/office/drawing/2014/main" id="{12C11625-7567-06E8-9473-C76EE9384F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3436135"/>
              </p:ext>
            </p:extLst>
          </p:nvPr>
        </p:nvGraphicFramePr>
        <p:xfrm>
          <a:off x="416246" y="3684338"/>
          <a:ext cx="8121967" cy="2102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1868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51434-1A35-B519-9452-75150B1A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BBA69C-B1C3-0FE9-0960-748048441056}"/>
              </a:ext>
            </a:extLst>
          </p:cNvPr>
          <p:cNvSpPr txBox="1"/>
          <p:nvPr/>
        </p:nvSpPr>
        <p:spPr>
          <a:xfrm>
            <a:off x="332993" y="333294"/>
            <a:ext cx="7298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Technology Stack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FC40E6-CF37-E87E-6FA5-D99E9A41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1" y="295729"/>
            <a:ext cx="711700" cy="598351"/>
          </a:xfrm>
        </p:spPr>
        <p:txBody>
          <a:bodyPr/>
          <a:lstStyle/>
          <a:p>
            <a:fld id="{D57F1E4F-1CFF-5643-939E-02111984F565}" type="slidenum">
              <a:rPr lang="en-US" sz="2400" smtClean="0"/>
              <a:t>10</a:t>
            </a:fld>
            <a:endParaRPr lang="en-US" sz="2400" dirty="0"/>
          </a:p>
        </p:txBody>
      </p:sp>
      <p:sp>
        <p:nvSpPr>
          <p:cNvPr id="13" name="AutoShape 4" descr="Image of ">
            <a:extLst>
              <a:ext uri="{FF2B5EF4-FFF2-40B4-BE49-F238E27FC236}">
                <a16:creationId xmlns:a16="http://schemas.microsoft.com/office/drawing/2014/main" id="{D47C9098-0A62-B58A-F07E-B93D401562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73005A4C-21D0-7E7B-2AD4-8D300C7EF0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E9EF5FE6-A39F-C847-0D55-A2D17F649E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D3BBF93-A983-C10E-AFAB-4635FF6AE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68" y="1624492"/>
            <a:ext cx="10023023" cy="484853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342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B5B74-0709-0388-9EDE-5DDD1544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D6F266C-86D3-CF6F-DDD7-0E01062366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889223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E8799ED-2680-8802-8DEC-BDF0CEE411F5}"/>
              </a:ext>
            </a:extLst>
          </p:cNvPr>
          <p:cNvSpPr txBox="1"/>
          <p:nvPr/>
        </p:nvSpPr>
        <p:spPr>
          <a:xfrm>
            <a:off x="2407399" y="1150735"/>
            <a:ext cx="6338977" cy="58477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114300" prst="artDeco"/>
            <a:bevelB prst="relaxedInse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    Challenges Faced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03A60B-779D-AC86-D75B-4568C8F0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2700" y="12300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2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F78A6-CDEB-9B5A-8515-ED664924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83531C-BCC8-22C2-CEBE-1AC712684D6A}"/>
              </a:ext>
            </a:extLst>
          </p:cNvPr>
          <p:cNvSpPr txBox="1"/>
          <p:nvPr/>
        </p:nvSpPr>
        <p:spPr>
          <a:xfrm>
            <a:off x="711200" y="4503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Future Scope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5C66053-5E6F-A212-BEF5-D466B95B8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146426"/>
              </p:ext>
            </p:extLst>
          </p:nvPr>
        </p:nvGraphicFramePr>
        <p:xfrm>
          <a:off x="5452259" y="1436614"/>
          <a:ext cx="7186781" cy="2489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BDEE417-BF99-822E-1C2C-6D50A80F9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777549"/>
              </p:ext>
            </p:extLst>
          </p:nvPr>
        </p:nvGraphicFramePr>
        <p:xfrm>
          <a:off x="965201" y="260866"/>
          <a:ext cx="11460480" cy="614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AF12CD-2A19-8439-D9A2-7D2CD964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1740" y="8433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382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A751AAD-B359-4B45-B1E6-6D441615BD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6A751AAD-B359-4B45-B1E6-6D441615BD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9C70C4A-5ADE-4F36-8593-8AFAA83DA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0" dur="500"/>
                                        <p:tgtEl>
                                          <p:spTgt spid="11">
                                            <p:graphicEl>
                                              <a:dgm id="{99C70C4A-5ADE-4F36-8593-8AFAA83DA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DD7B0FF-E624-4732-A5DB-36285707A1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3" dur="500"/>
                                        <p:tgtEl>
                                          <p:spTgt spid="11">
                                            <p:graphicEl>
                                              <a:dgm id="{FDD7B0FF-E624-4732-A5DB-36285707A10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8202D04C-B8A2-415B-8592-68D64E9AB4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6" dur="500"/>
                                        <p:tgtEl>
                                          <p:spTgt spid="11">
                                            <p:graphicEl>
                                              <a:dgm id="{8202D04C-B8A2-415B-8592-68D64E9AB4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6A78E3C-A636-463E-A777-748AD16350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9" dur="500"/>
                                        <p:tgtEl>
                                          <p:spTgt spid="11">
                                            <p:graphicEl>
                                              <a:dgm id="{E6A78E3C-A636-463E-A777-748AD16350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06CFD6C-FBFE-4008-9C8D-171F897355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2" dur="500"/>
                                        <p:tgtEl>
                                          <p:spTgt spid="11">
                                            <p:graphicEl>
                                              <a:dgm id="{906CFD6C-FBFE-4008-9C8D-171F897355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1AAB65D-3373-4387-A1BF-4AD698CE1C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5" dur="500"/>
                                        <p:tgtEl>
                                          <p:spTgt spid="11">
                                            <p:graphicEl>
                                              <a:dgm id="{31AAB65D-3373-4387-A1BF-4AD698CE1C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71E71ED-FD5F-40D9-A94F-F48D4C6856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8" dur="500"/>
                                        <p:tgtEl>
                                          <p:spTgt spid="11">
                                            <p:graphicEl>
                                              <a:dgm id="{C71E71ED-FD5F-40D9-A94F-F48D4C6856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AAAC77B-EA57-413D-906A-876E0F1D5E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1" dur="500"/>
                                        <p:tgtEl>
                                          <p:spTgt spid="11">
                                            <p:graphicEl>
                                              <a:dgm id="{EAAAC77B-EA57-413D-906A-876E0F1D5E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735B5B1-34C5-474F-B718-686550CE5F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4" dur="500"/>
                                        <p:tgtEl>
                                          <p:spTgt spid="11">
                                            <p:graphicEl>
                                              <a:dgm id="{F735B5B1-34C5-474F-B718-686550CE5F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7B982-83F3-B346-3A40-74D4BF9A5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1900" y="17645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Freeform 5"/>
          <p:cNvSpPr/>
          <p:nvPr/>
        </p:nvSpPr>
        <p:spPr>
          <a:xfrm>
            <a:off x="4290033" y="304890"/>
            <a:ext cx="5473728" cy="724050"/>
          </a:xfrm>
          <a:custGeom>
            <a:avLst/>
            <a:gdLst/>
            <a:ahLst/>
            <a:cxnLst/>
            <a:rect l="l" t="t" r="r" b="b"/>
            <a:pathLst>
              <a:path w="2502229" h="362600">
                <a:moveTo>
                  <a:pt x="2299029" y="0"/>
                </a:moveTo>
                <a:lnTo>
                  <a:pt x="0" y="0"/>
                </a:lnTo>
                <a:lnTo>
                  <a:pt x="0" y="362600"/>
                </a:lnTo>
                <a:lnTo>
                  <a:pt x="2299029" y="362600"/>
                </a:lnTo>
                <a:lnTo>
                  <a:pt x="2502229" y="181300"/>
                </a:lnTo>
                <a:lnTo>
                  <a:pt x="2299029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4">
                <a:lumMod val="75000"/>
              </a:schemeClr>
            </a:extrusionClr>
          </a:sp3d>
        </p:spPr>
        <p:txBody>
          <a:bodyPr/>
          <a:lstStyle/>
          <a:p>
            <a:endParaRPr lang="en-IN" dirty="0"/>
          </a:p>
        </p:txBody>
      </p:sp>
      <p:sp>
        <p:nvSpPr>
          <p:cNvPr id="11" name="Freeform 8"/>
          <p:cNvSpPr/>
          <p:nvPr/>
        </p:nvSpPr>
        <p:spPr>
          <a:xfrm>
            <a:off x="6360161" y="1818640"/>
            <a:ext cx="3403600" cy="3759200"/>
          </a:xfrm>
          <a:custGeom>
            <a:avLst/>
            <a:gdLst/>
            <a:ahLst/>
            <a:cxnLst/>
            <a:rect l="l" t="t" r="r" b="b"/>
            <a:pathLst>
              <a:path w="1463543" h="1479054">
                <a:moveTo>
                  <a:pt x="1170028" y="0"/>
                </a:moveTo>
                <a:lnTo>
                  <a:pt x="282407" y="0"/>
                </a:lnTo>
                <a:cubicBezTo>
                  <a:pt x="126426" y="0"/>
                  <a:pt x="0" y="123512"/>
                  <a:pt x="0" y="693905"/>
                </a:cubicBezTo>
                <a:cubicBezTo>
                  <a:pt x="0" y="1154022"/>
                  <a:pt x="66279" y="1249163"/>
                  <a:pt x="162037" y="1293305"/>
                </a:cubicBezTo>
                <a:lnTo>
                  <a:pt x="162037" y="1479054"/>
                </a:lnTo>
                <a:lnTo>
                  <a:pt x="353844" y="1319586"/>
                </a:lnTo>
                <a:lnTo>
                  <a:pt x="1170028" y="1319586"/>
                </a:lnTo>
                <a:cubicBezTo>
                  <a:pt x="1337105" y="1319586"/>
                  <a:pt x="1463543" y="1196073"/>
                  <a:pt x="1463543" y="693772"/>
                </a:cubicBezTo>
                <a:cubicBezTo>
                  <a:pt x="1463554" y="123512"/>
                  <a:pt x="1337105" y="0"/>
                  <a:pt x="1170028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 extrusionH="76200">
            <a:extrusionClr>
              <a:schemeClr val="accent4">
                <a:lumMod val="50000"/>
              </a:schemeClr>
            </a:extrusionClr>
          </a:sp3d>
        </p:spPr>
        <p:txBody>
          <a:bodyPr/>
          <a:lstStyle/>
          <a:p>
            <a:endParaRPr lang="en-IN" dirty="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79C7F9D3-3832-A2C2-23CD-D737BCBB8B78}"/>
              </a:ext>
            </a:extLst>
          </p:cNvPr>
          <p:cNvSpPr/>
          <p:nvPr/>
        </p:nvSpPr>
        <p:spPr>
          <a:xfrm rot="673706">
            <a:off x="1221682" y="1612563"/>
            <a:ext cx="2854325" cy="4793317"/>
          </a:xfrm>
          <a:custGeom>
            <a:avLst/>
            <a:gdLst/>
            <a:ahLst/>
            <a:cxnLst/>
            <a:rect l="l" t="t" r="r" b="b"/>
            <a:pathLst>
              <a:path w="5657850" h="8229600">
                <a:moveTo>
                  <a:pt x="0" y="0"/>
                </a:moveTo>
                <a:lnTo>
                  <a:pt x="5657850" y="0"/>
                </a:lnTo>
                <a:lnTo>
                  <a:pt x="56578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glow rad="1905000">
              <a:schemeClr val="accent1">
                <a:alpha val="0"/>
              </a:schemeClr>
            </a:glow>
            <a:softEdge rad="0"/>
          </a:effectLst>
          <a:scene3d>
            <a:camera prst="orthographicFront"/>
            <a:lightRig rig="threePt" dir="t"/>
          </a:scene3d>
          <a:sp3d extrusionH="76200">
            <a:extrusionClr>
              <a:schemeClr val="accent4">
                <a:lumMod val="75000"/>
              </a:schemeClr>
            </a:extrusionClr>
          </a:sp3d>
        </p:spPr>
        <p:txBody>
          <a:bodyPr/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DE44DF-7C3C-EBC6-C4E5-20C25580DB90}"/>
              </a:ext>
            </a:extLst>
          </p:cNvPr>
          <p:cNvSpPr txBox="1"/>
          <p:nvPr/>
        </p:nvSpPr>
        <p:spPr>
          <a:xfrm>
            <a:off x="5669280" y="329079"/>
            <a:ext cx="4094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</a:t>
            </a:r>
            <a:endParaRPr lang="en-IN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B81FB-FD78-C361-8994-1AB13591E7F1}"/>
              </a:ext>
            </a:extLst>
          </p:cNvPr>
          <p:cNvSpPr txBox="1"/>
          <p:nvPr/>
        </p:nvSpPr>
        <p:spPr>
          <a:xfrm>
            <a:off x="6604000" y="1816169"/>
            <a:ext cx="31597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🎧 Automates medical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podcast transcription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and analysis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🔎 Transforms unstructured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audio into structured, searchable content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⏱️ Saves time for medical students and healthcare professionals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🤖 Demonstrates effective use of AI &amp; NLP techniques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  healthcare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377421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890A9-E0A1-B1DB-C129-03DBA3B4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496F3-60C9-DE64-D51C-3DD188B58ABD}"/>
              </a:ext>
            </a:extLst>
          </p:cNvPr>
          <p:cNvSpPr txBox="1"/>
          <p:nvPr/>
        </p:nvSpPr>
        <p:spPr>
          <a:xfrm>
            <a:off x="2407920" y="3210560"/>
            <a:ext cx="6664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</a:t>
            </a:r>
            <a:r>
              <a:rPr lang="en-US" sz="4000" b="1" dirty="0"/>
              <a:t>	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9113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405</TotalTime>
  <Words>709</Words>
  <Application>Microsoft Office PowerPoint</Application>
  <PresentationFormat>Widescreen</PresentationFormat>
  <Paragraphs>116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3</vt:lpstr>
      <vt:lpstr>Ion</vt:lpstr>
      <vt:lpstr>Automated Medical Podcast Transcription and Topic Segmentation</vt:lpstr>
      <vt:lpstr>Introduction</vt:lpstr>
      <vt:lpstr>Problem Statement</vt:lpstr>
      <vt:lpstr>Objectives of the Project</vt:lpstr>
      <vt:lpstr>Scope of the Project</vt:lpstr>
      <vt:lpstr>System Architecture</vt:lpstr>
      <vt:lpstr>Core Application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 jyothi</dc:creator>
  <cp:lastModifiedBy>ch jyothi</cp:lastModifiedBy>
  <cp:revision>2</cp:revision>
  <dcterms:created xsi:type="dcterms:W3CDTF">2026-01-09T14:30:31Z</dcterms:created>
  <dcterms:modified xsi:type="dcterms:W3CDTF">2026-01-12T12:52:39Z</dcterms:modified>
</cp:coreProperties>
</file>