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80" r:id="rId3"/>
    <p:sldId id="262" r:id="rId4"/>
    <p:sldId id="286" r:id="rId5"/>
    <p:sldId id="260" r:id="rId6"/>
    <p:sldId id="263" r:id="rId7"/>
    <p:sldId id="264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57" r:id="rId23"/>
    <p:sldId id="281" r:id="rId24"/>
    <p:sldId id="282" r:id="rId25"/>
    <p:sldId id="283" r:id="rId26"/>
    <p:sldId id="284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347B24-BD69-457B-87BA-2A3797599F9E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20EE871-47EC-4AF6-BEBC-5CCB45BFBD53}">
      <dgm:prSet/>
      <dgm:spPr/>
      <dgm:t>
        <a:bodyPr/>
        <a:lstStyle/>
        <a:p>
          <a:pPr>
            <a:buNone/>
          </a:pPr>
          <a:r>
            <a:rPr lang="en-IN" b="1" dirty="0"/>
            <a:t>Problem Statement</a:t>
          </a:r>
          <a:endParaRPr lang="en-IN" dirty="0"/>
        </a:p>
      </dgm:t>
    </dgm:pt>
    <dgm:pt modelId="{27F067B2-D546-4333-BB71-68C6FF5FA503}" type="parTrans" cxnId="{152BE075-A174-42C2-BF03-89201A9763CF}">
      <dgm:prSet/>
      <dgm:spPr/>
      <dgm:t>
        <a:bodyPr/>
        <a:lstStyle/>
        <a:p>
          <a:endParaRPr lang="en-IN"/>
        </a:p>
      </dgm:t>
    </dgm:pt>
    <dgm:pt modelId="{BD656457-2982-4D3B-82F6-DD415AFE255B}" type="sibTrans" cxnId="{152BE075-A174-42C2-BF03-89201A9763CF}">
      <dgm:prSet/>
      <dgm:spPr/>
      <dgm:t>
        <a:bodyPr/>
        <a:lstStyle/>
        <a:p>
          <a:endParaRPr lang="en-IN"/>
        </a:p>
      </dgm:t>
    </dgm:pt>
    <dgm:pt modelId="{CD21674B-D0A1-4F89-812C-A8642774599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Spoken data (interviews, meetings, podcasts) is unstructured and difficult to analyze.</a:t>
          </a:r>
          <a:endParaRPr lang="en-IN" dirty="0"/>
        </a:p>
      </dgm:t>
    </dgm:pt>
    <dgm:pt modelId="{4B5D90A5-2306-43D0-8E47-7DC429220229}" type="parTrans" cxnId="{6039CF0F-61BB-4356-98A4-27D2A8A4F1F7}">
      <dgm:prSet/>
      <dgm:spPr/>
      <dgm:t>
        <a:bodyPr/>
        <a:lstStyle/>
        <a:p>
          <a:endParaRPr lang="en-IN"/>
        </a:p>
      </dgm:t>
    </dgm:pt>
    <dgm:pt modelId="{A338FCBC-9633-432E-B571-1144A83DA72D}" type="sibTrans" cxnId="{6039CF0F-61BB-4356-98A4-27D2A8A4F1F7}">
      <dgm:prSet/>
      <dgm:spPr/>
      <dgm:t>
        <a:bodyPr/>
        <a:lstStyle/>
        <a:p>
          <a:endParaRPr lang="en-IN"/>
        </a:p>
      </dgm:t>
    </dgm:pt>
    <dgm:pt modelId="{12436B5A-4CFC-42BF-95F3-8D52355E77C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Manual note-taking is time-consuming, inconsistent, and subjective.</a:t>
          </a:r>
          <a:endParaRPr lang="en-IN" dirty="0"/>
        </a:p>
      </dgm:t>
    </dgm:pt>
    <dgm:pt modelId="{ED0D68F4-DF12-4D79-83CF-7555C10E6CE3}" type="parTrans" cxnId="{FEC55FED-85D2-4E09-84B0-0A283F75BAF4}">
      <dgm:prSet/>
      <dgm:spPr/>
      <dgm:t>
        <a:bodyPr/>
        <a:lstStyle/>
        <a:p>
          <a:endParaRPr lang="en-IN"/>
        </a:p>
      </dgm:t>
    </dgm:pt>
    <dgm:pt modelId="{13EEA32C-7ED7-4449-8348-007B0495F403}" type="sibTrans" cxnId="{FEC55FED-85D2-4E09-84B0-0A283F75BAF4}">
      <dgm:prSet/>
      <dgm:spPr/>
      <dgm:t>
        <a:bodyPr/>
        <a:lstStyle/>
        <a:p>
          <a:endParaRPr lang="en-IN"/>
        </a:p>
      </dgm:t>
    </dgm:pt>
    <dgm:pt modelId="{C7B83064-2295-4F78-97EF-2664DEBB90F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/>
            <a:t>Recruiters lack tools to quickly search, compare, and summarize interview content.</a:t>
          </a:r>
          <a:endParaRPr lang="en-IN"/>
        </a:p>
      </dgm:t>
    </dgm:pt>
    <dgm:pt modelId="{0A34FEC4-9FC1-45E2-83EC-7FB8775CEB55}" type="parTrans" cxnId="{36DBC756-81E2-4A88-AA5F-7C6E542867D4}">
      <dgm:prSet/>
      <dgm:spPr/>
      <dgm:t>
        <a:bodyPr/>
        <a:lstStyle/>
        <a:p>
          <a:endParaRPr lang="en-IN"/>
        </a:p>
      </dgm:t>
    </dgm:pt>
    <dgm:pt modelId="{73C7B100-7254-4CBF-868D-BBAA601535B3}" type="sibTrans" cxnId="{36DBC756-81E2-4A88-AA5F-7C6E542867D4}">
      <dgm:prSet/>
      <dgm:spPr/>
      <dgm:t>
        <a:bodyPr/>
        <a:lstStyle/>
        <a:p>
          <a:endParaRPr lang="en-IN"/>
        </a:p>
      </dgm:t>
    </dgm:pt>
    <dgm:pt modelId="{BE08FC9D-9302-4984-BB91-2ACF3A2C7CA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Need for scalable, objective, and auditable analysis of audio conversations.</a:t>
          </a:r>
        </a:p>
      </dgm:t>
    </dgm:pt>
    <dgm:pt modelId="{3E18026C-456F-4938-8DF6-1F78AACDECD2}" type="parTrans" cxnId="{C1957F9D-DEB3-4BA4-A421-40AF5FC075F5}">
      <dgm:prSet/>
      <dgm:spPr/>
      <dgm:t>
        <a:bodyPr/>
        <a:lstStyle/>
        <a:p>
          <a:endParaRPr lang="en-IN"/>
        </a:p>
      </dgm:t>
    </dgm:pt>
    <dgm:pt modelId="{78609459-7891-4F29-8D57-BA3FFEDB3BA7}" type="sibTrans" cxnId="{C1957F9D-DEB3-4BA4-A421-40AF5FC075F5}">
      <dgm:prSet/>
      <dgm:spPr/>
      <dgm:t>
        <a:bodyPr/>
        <a:lstStyle/>
        <a:p>
          <a:endParaRPr lang="en-IN"/>
        </a:p>
      </dgm:t>
    </dgm:pt>
    <dgm:pt modelId="{AE686DD2-B665-460E-A774-74C66980156B}" type="pres">
      <dgm:prSet presAssocID="{9E347B24-BD69-457B-87BA-2A3797599F9E}" presName="linear" presStyleCnt="0">
        <dgm:presLayoutVars>
          <dgm:animLvl val="lvl"/>
          <dgm:resizeHandles val="exact"/>
        </dgm:presLayoutVars>
      </dgm:prSet>
      <dgm:spPr/>
    </dgm:pt>
    <dgm:pt modelId="{E8A33144-948D-49DF-95E6-A5C99C3EB797}" type="pres">
      <dgm:prSet presAssocID="{F20EE871-47EC-4AF6-BEBC-5CCB45BFBD5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A617060-38F4-424C-919C-2B4E2755F350}" type="pres">
      <dgm:prSet presAssocID="{F20EE871-47EC-4AF6-BEBC-5CCB45BFBD5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039CF0F-61BB-4356-98A4-27D2A8A4F1F7}" srcId="{F20EE871-47EC-4AF6-BEBC-5CCB45BFBD53}" destId="{CD21674B-D0A1-4F89-812C-A86427745995}" srcOrd="0" destOrd="0" parTransId="{4B5D90A5-2306-43D0-8E47-7DC429220229}" sibTransId="{A338FCBC-9633-432E-B571-1144A83DA72D}"/>
    <dgm:cxn modelId="{CAD71718-7B07-41DB-B1D2-BEACA985E5B1}" type="presOf" srcId="{C7B83064-2295-4F78-97EF-2664DEBB90FB}" destId="{1A617060-38F4-424C-919C-2B4E2755F350}" srcOrd="0" destOrd="2" presId="urn:microsoft.com/office/officeart/2005/8/layout/vList2"/>
    <dgm:cxn modelId="{39898A50-5F0C-44E6-B002-14071BBFA815}" type="presOf" srcId="{9E347B24-BD69-457B-87BA-2A3797599F9E}" destId="{AE686DD2-B665-460E-A774-74C66980156B}" srcOrd="0" destOrd="0" presId="urn:microsoft.com/office/officeart/2005/8/layout/vList2"/>
    <dgm:cxn modelId="{152BE075-A174-42C2-BF03-89201A9763CF}" srcId="{9E347B24-BD69-457B-87BA-2A3797599F9E}" destId="{F20EE871-47EC-4AF6-BEBC-5CCB45BFBD53}" srcOrd="0" destOrd="0" parTransId="{27F067B2-D546-4333-BB71-68C6FF5FA503}" sibTransId="{BD656457-2982-4D3B-82F6-DD415AFE255B}"/>
    <dgm:cxn modelId="{36DBC756-81E2-4A88-AA5F-7C6E542867D4}" srcId="{F20EE871-47EC-4AF6-BEBC-5CCB45BFBD53}" destId="{C7B83064-2295-4F78-97EF-2664DEBB90FB}" srcOrd="2" destOrd="0" parTransId="{0A34FEC4-9FC1-45E2-83EC-7FB8775CEB55}" sibTransId="{73C7B100-7254-4CBF-868D-BBAA601535B3}"/>
    <dgm:cxn modelId="{4AFE679D-7E85-4B36-A260-07008A150F0A}" type="presOf" srcId="{12436B5A-4CFC-42BF-95F3-8D52355E77C6}" destId="{1A617060-38F4-424C-919C-2B4E2755F350}" srcOrd="0" destOrd="1" presId="urn:microsoft.com/office/officeart/2005/8/layout/vList2"/>
    <dgm:cxn modelId="{C1957F9D-DEB3-4BA4-A421-40AF5FC075F5}" srcId="{F20EE871-47EC-4AF6-BEBC-5CCB45BFBD53}" destId="{BE08FC9D-9302-4984-BB91-2ACF3A2C7CA2}" srcOrd="3" destOrd="0" parTransId="{3E18026C-456F-4938-8DF6-1F78AACDECD2}" sibTransId="{78609459-7891-4F29-8D57-BA3FFEDB3BA7}"/>
    <dgm:cxn modelId="{DBFA3EB3-5F9F-406F-B73A-09862D156698}" type="presOf" srcId="{CD21674B-D0A1-4F89-812C-A86427745995}" destId="{1A617060-38F4-424C-919C-2B4E2755F350}" srcOrd="0" destOrd="0" presId="urn:microsoft.com/office/officeart/2005/8/layout/vList2"/>
    <dgm:cxn modelId="{FCEF69BC-8009-4F2F-A594-9795ADD66424}" type="presOf" srcId="{BE08FC9D-9302-4984-BB91-2ACF3A2C7CA2}" destId="{1A617060-38F4-424C-919C-2B4E2755F350}" srcOrd="0" destOrd="3" presId="urn:microsoft.com/office/officeart/2005/8/layout/vList2"/>
    <dgm:cxn modelId="{FEC55FED-85D2-4E09-84B0-0A283F75BAF4}" srcId="{F20EE871-47EC-4AF6-BEBC-5CCB45BFBD53}" destId="{12436B5A-4CFC-42BF-95F3-8D52355E77C6}" srcOrd="1" destOrd="0" parTransId="{ED0D68F4-DF12-4D79-83CF-7555C10E6CE3}" sibTransId="{13EEA32C-7ED7-4449-8348-007B0495F403}"/>
    <dgm:cxn modelId="{957D20FC-D240-4169-AD6B-2E9EF4A7B195}" type="presOf" srcId="{F20EE871-47EC-4AF6-BEBC-5CCB45BFBD53}" destId="{E8A33144-948D-49DF-95E6-A5C99C3EB797}" srcOrd="0" destOrd="0" presId="urn:microsoft.com/office/officeart/2005/8/layout/vList2"/>
    <dgm:cxn modelId="{EB368352-FEA5-44B6-922F-A8032D96F3D4}" type="presParOf" srcId="{AE686DD2-B665-460E-A774-74C66980156B}" destId="{E8A33144-948D-49DF-95E6-A5C99C3EB797}" srcOrd="0" destOrd="0" presId="urn:microsoft.com/office/officeart/2005/8/layout/vList2"/>
    <dgm:cxn modelId="{A099BC8B-86B4-49B5-B64E-0381C3AAFFFC}" type="presParOf" srcId="{AE686DD2-B665-460E-A774-74C66980156B}" destId="{1A617060-38F4-424C-919C-2B4E2755F35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683AC9-B584-474A-9730-5944905FF841}" type="doc">
      <dgm:prSet loTypeId="urn:microsoft.com/office/officeart/2005/8/layout/arrow2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C688DDB2-7262-4367-89AB-35192BD40472}">
      <dgm:prSet phldrT="[Text]" custT="1"/>
      <dgm:spPr/>
      <dgm:t>
        <a:bodyPr/>
        <a:lstStyle/>
        <a:p>
          <a:r>
            <a:rPr lang="en-IN" sz="1400" b="1" dirty="0"/>
            <a:t>Problem</a:t>
          </a:r>
        </a:p>
        <a:p>
          <a:r>
            <a:rPr lang="en-IN" sz="1400" dirty="0"/>
            <a:t> Manual interview evaluation</a:t>
          </a:r>
        </a:p>
        <a:p>
          <a:r>
            <a:rPr lang="en-IN" sz="1400" dirty="0"/>
            <a:t> Unstructured audio data</a:t>
          </a:r>
        </a:p>
        <a:p>
          <a:r>
            <a:rPr lang="en-IN" sz="1400" dirty="0"/>
            <a:t> Difficult to scale recruitment AI-based audio intelligence system</a:t>
          </a:r>
        </a:p>
      </dgm:t>
    </dgm:pt>
    <dgm:pt modelId="{50D07359-2A24-4A8C-A5DD-A910ABB7F64F}" type="parTrans" cxnId="{CBCADECE-3EC4-4BBF-A942-3710BBE11D0A}">
      <dgm:prSet/>
      <dgm:spPr/>
      <dgm:t>
        <a:bodyPr/>
        <a:lstStyle/>
        <a:p>
          <a:endParaRPr lang="en-IN"/>
        </a:p>
      </dgm:t>
    </dgm:pt>
    <dgm:pt modelId="{E5538F70-559F-4105-AE6C-AA4CB1CE6D8A}" type="sibTrans" cxnId="{CBCADECE-3EC4-4BBF-A942-3710BBE11D0A}">
      <dgm:prSet/>
      <dgm:spPr/>
      <dgm:t>
        <a:bodyPr/>
        <a:lstStyle/>
        <a:p>
          <a:endParaRPr lang="en-IN"/>
        </a:p>
      </dgm:t>
    </dgm:pt>
    <dgm:pt modelId="{53B37B0F-B364-4F5D-81FB-9EE7B56BFE0F}">
      <dgm:prSet custT="1"/>
      <dgm:spPr/>
      <dgm:t>
        <a:bodyPr/>
        <a:lstStyle/>
        <a:p>
          <a:endParaRPr lang="en-IN" sz="1700" b="1" dirty="0"/>
        </a:p>
        <a:p>
          <a:r>
            <a:rPr lang="en-IN" sz="1200" b="1" dirty="0"/>
            <a:t>Outcome</a:t>
          </a:r>
        </a:p>
        <a:p>
          <a:r>
            <a:rPr lang="en-IN" sz="1200" b="1" dirty="0"/>
            <a:t> Structured insights</a:t>
          </a:r>
        </a:p>
        <a:p>
          <a:r>
            <a:rPr lang="en-IN" sz="1200" b="1" dirty="0"/>
            <a:t> Recruiter decision support</a:t>
          </a:r>
        </a:p>
        <a:p>
          <a:r>
            <a:rPr lang="en-IN" sz="1200" b="1" dirty="0"/>
            <a:t> Time-efficient evaluation</a:t>
          </a:r>
        </a:p>
      </dgm:t>
    </dgm:pt>
    <dgm:pt modelId="{2A3DACC6-D39C-440D-9760-76C196F30C5A}" type="parTrans" cxnId="{393562AA-AC8D-4300-A7C5-DCDDC5189DF1}">
      <dgm:prSet/>
      <dgm:spPr/>
      <dgm:t>
        <a:bodyPr/>
        <a:lstStyle/>
        <a:p>
          <a:endParaRPr lang="en-IN"/>
        </a:p>
      </dgm:t>
    </dgm:pt>
    <dgm:pt modelId="{B8DE0A8A-62A1-4F12-844B-A20527BCC086}" type="sibTrans" cxnId="{393562AA-AC8D-4300-A7C5-DCDDC5189DF1}">
      <dgm:prSet/>
      <dgm:spPr/>
      <dgm:t>
        <a:bodyPr/>
        <a:lstStyle/>
        <a:p>
          <a:endParaRPr lang="en-IN"/>
        </a:p>
      </dgm:t>
    </dgm:pt>
    <dgm:pt modelId="{5F67795F-063D-4D81-B3B1-30C8B7B3173C}">
      <dgm:prSet/>
      <dgm:spPr/>
      <dgm:t>
        <a:bodyPr/>
        <a:lstStyle/>
        <a:p>
          <a:endParaRPr lang="en-IN" dirty="0"/>
        </a:p>
      </dgm:t>
    </dgm:pt>
    <dgm:pt modelId="{0F7360DC-8B04-4729-AC37-54527FE5C56B}" type="parTrans" cxnId="{5E7DDBEC-0930-437C-A174-E62E09A2D42B}">
      <dgm:prSet/>
      <dgm:spPr/>
      <dgm:t>
        <a:bodyPr/>
        <a:lstStyle/>
        <a:p>
          <a:endParaRPr lang="en-IN"/>
        </a:p>
      </dgm:t>
    </dgm:pt>
    <dgm:pt modelId="{926F9FBF-C03B-4A07-B21F-C5BCD20031C7}" type="sibTrans" cxnId="{5E7DDBEC-0930-437C-A174-E62E09A2D42B}">
      <dgm:prSet/>
      <dgm:spPr/>
      <dgm:t>
        <a:bodyPr/>
        <a:lstStyle/>
        <a:p>
          <a:endParaRPr lang="en-IN"/>
        </a:p>
      </dgm:t>
    </dgm:pt>
    <dgm:pt modelId="{D402739A-2D9E-4685-98A6-3F7B401C68F9}">
      <dgm:prSet/>
      <dgm:spPr/>
      <dgm:t>
        <a:bodyPr/>
        <a:lstStyle/>
        <a:p>
          <a:endParaRPr lang="en-IN"/>
        </a:p>
      </dgm:t>
    </dgm:pt>
    <dgm:pt modelId="{46E9EA89-1843-43DA-B209-8D8BE8519BE4}" type="parTrans" cxnId="{BE849C27-8A5B-49E2-8F5A-6F17102650F0}">
      <dgm:prSet/>
      <dgm:spPr/>
      <dgm:t>
        <a:bodyPr/>
        <a:lstStyle/>
        <a:p>
          <a:endParaRPr lang="en-IN"/>
        </a:p>
      </dgm:t>
    </dgm:pt>
    <dgm:pt modelId="{54FB87DA-4B19-4B51-9AE1-133C3C3DD02D}" type="sibTrans" cxnId="{BE849C27-8A5B-49E2-8F5A-6F17102650F0}">
      <dgm:prSet/>
      <dgm:spPr/>
      <dgm:t>
        <a:bodyPr/>
        <a:lstStyle/>
        <a:p>
          <a:endParaRPr lang="en-IN"/>
        </a:p>
      </dgm:t>
    </dgm:pt>
    <dgm:pt modelId="{CBC0A787-BBA7-4987-9423-721D0FB65079}">
      <dgm:prSet/>
      <dgm:spPr/>
      <dgm:t>
        <a:bodyPr/>
        <a:lstStyle/>
        <a:p>
          <a:endParaRPr lang="en-IN"/>
        </a:p>
      </dgm:t>
    </dgm:pt>
    <dgm:pt modelId="{A198D273-355D-4581-9994-0AF92593A4D7}" type="parTrans" cxnId="{AF1EEA4C-CA82-4E84-8461-499DF47BE2A1}">
      <dgm:prSet/>
      <dgm:spPr/>
      <dgm:t>
        <a:bodyPr/>
        <a:lstStyle/>
        <a:p>
          <a:endParaRPr lang="en-IN"/>
        </a:p>
      </dgm:t>
    </dgm:pt>
    <dgm:pt modelId="{688815AF-C832-4A02-8547-FE6334774563}" type="sibTrans" cxnId="{AF1EEA4C-CA82-4E84-8461-499DF47BE2A1}">
      <dgm:prSet/>
      <dgm:spPr/>
      <dgm:t>
        <a:bodyPr/>
        <a:lstStyle/>
        <a:p>
          <a:endParaRPr lang="en-IN"/>
        </a:p>
      </dgm:t>
    </dgm:pt>
    <dgm:pt modelId="{AF4CA261-F7D1-4B0F-AC08-A0852D18CCF3}">
      <dgm:prSet/>
      <dgm:spPr/>
      <dgm:t>
        <a:bodyPr/>
        <a:lstStyle/>
        <a:p>
          <a:endParaRPr lang="en-IN"/>
        </a:p>
      </dgm:t>
    </dgm:pt>
    <dgm:pt modelId="{BB517896-05DF-4D92-B231-F10136067DA8}" type="parTrans" cxnId="{C04109FE-1AD1-4150-A0E6-53CE394BBFC3}">
      <dgm:prSet/>
      <dgm:spPr/>
      <dgm:t>
        <a:bodyPr/>
        <a:lstStyle/>
        <a:p>
          <a:endParaRPr lang="en-IN"/>
        </a:p>
      </dgm:t>
    </dgm:pt>
    <dgm:pt modelId="{D68FA3D5-2A1C-486F-B7CD-5C5C30A0C74F}" type="sibTrans" cxnId="{C04109FE-1AD1-4150-A0E6-53CE394BBFC3}">
      <dgm:prSet/>
      <dgm:spPr/>
      <dgm:t>
        <a:bodyPr/>
        <a:lstStyle/>
        <a:p>
          <a:endParaRPr lang="en-IN"/>
        </a:p>
      </dgm:t>
    </dgm:pt>
    <dgm:pt modelId="{F54806B6-06C4-451B-8538-1166C87F3EBF}">
      <dgm:prSet/>
      <dgm:spPr/>
      <dgm:t>
        <a:bodyPr/>
        <a:lstStyle/>
        <a:p>
          <a:endParaRPr lang="en-IN"/>
        </a:p>
      </dgm:t>
    </dgm:pt>
    <dgm:pt modelId="{5DF3011C-7A06-4D2A-A8FC-EDAE5D7E956B}" type="parTrans" cxnId="{6461675B-A306-4587-A764-E5FB61688957}">
      <dgm:prSet/>
      <dgm:spPr/>
      <dgm:t>
        <a:bodyPr/>
        <a:lstStyle/>
        <a:p>
          <a:endParaRPr lang="en-IN"/>
        </a:p>
      </dgm:t>
    </dgm:pt>
    <dgm:pt modelId="{79A3D5CF-F11B-479A-86C9-F3E9F30B495A}" type="sibTrans" cxnId="{6461675B-A306-4587-A764-E5FB61688957}">
      <dgm:prSet/>
      <dgm:spPr/>
      <dgm:t>
        <a:bodyPr/>
        <a:lstStyle/>
        <a:p>
          <a:endParaRPr lang="en-IN"/>
        </a:p>
      </dgm:t>
    </dgm:pt>
    <dgm:pt modelId="{2A8CCFF9-CDB2-4057-8AA1-2DED78290F2F}">
      <dgm:prSet/>
      <dgm:spPr/>
      <dgm:t>
        <a:bodyPr/>
        <a:lstStyle/>
        <a:p>
          <a:endParaRPr lang="en-IN"/>
        </a:p>
      </dgm:t>
    </dgm:pt>
    <dgm:pt modelId="{99FA96A6-A9B7-4DDF-813C-5B9A3B9F38D9}" type="parTrans" cxnId="{A3F25848-B5E9-4A36-919F-B997BB62C914}">
      <dgm:prSet/>
      <dgm:spPr/>
      <dgm:t>
        <a:bodyPr/>
        <a:lstStyle/>
        <a:p>
          <a:endParaRPr lang="en-IN"/>
        </a:p>
      </dgm:t>
    </dgm:pt>
    <dgm:pt modelId="{97F57AC6-3953-487E-BE45-5D61F0FFD369}" type="sibTrans" cxnId="{A3F25848-B5E9-4A36-919F-B997BB62C914}">
      <dgm:prSet/>
      <dgm:spPr/>
      <dgm:t>
        <a:bodyPr/>
        <a:lstStyle/>
        <a:p>
          <a:endParaRPr lang="en-IN"/>
        </a:p>
      </dgm:t>
    </dgm:pt>
    <dgm:pt modelId="{B658A2C3-A8F2-4E1B-B3E2-9B61B3C02EAB}">
      <dgm:prSet/>
      <dgm:spPr/>
      <dgm:t>
        <a:bodyPr/>
        <a:lstStyle/>
        <a:p>
          <a:endParaRPr lang="en-IN"/>
        </a:p>
      </dgm:t>
    </dgm:pt>
    <dgm:pt modelId="{60689714-E539-481C-AF6D-B0251A18C35D}" type="parTrans" cxnId="{AA380E8B-C5C0-4A92-9959-59A7B3756791}">
      <dgm:prSet/>
      <dgm:spPr/>
      <dgm:t>
        <a:bodyPr/>
        <a:lstStyle/>
        <a:p>
          <a:endParaRPr lang="en-IN"/>
        </a:p>
      </dgm:t>
    </dgm:pt>
    <dgm:pt modelId="{B3F0A5AB-729C-4ACF-AE3C-F6756FA5360A}" type="sibTrans" cxnId="{AA380E8B-C5C0-4A92-9959-59A7B3756791}">
      <dgm:prSet/>
      <dgm:spPr/>
      <dgm:t>
        <a:bodyPr/>
        <a:lstStyle/>
        <a:p>
          <a:endParaRPr lang="en-IN"/>
        </a:p>
      </dgm:t>
    </dgm:pt>
    <dgm:pt modelId="{FD22B9D8-A818-4B00-BD10-318D416AE435}">
      <dgm:prSet/>
      <dgm:spPr/>
      <dgm:t>
        <a:bodyPr/>
        <a:lstStyle/>
        <a:p>
          <a:endParaRPr lang="en-IN"/>
        </a:p>
      </dgm:t>
    </dgm:pt>
    <dgm:pt modelId="{5A636B59-BD22-42D4-A68D-CDFC53D81734}" type="parTrans" cxnId="{37C7EC51-D9C2-42E5-9F1F-A28B169CF131}">
      <dgm:prSet/>
      <dgm:spPr/>
      <dgm:t>
        <a:bodyPr/>
        <a:lstStyle/>
        <a:p>
          <a:endParaRPr lang="en-IN"/>
        </a:p>
      </dgm:t>
    </dgm:pt>
    <dgm:pt modelId="{8C5F996B-BAEC-4F8E-9A9A-A477523CC166}" type="sibTrans" cxnId="{37C7EC51-D9C2-42E5-9F1F-A28B169CF131}">
      <dgm:prSet/>
      <dgm:spPr/>
      <dgm:t>
        <a:bodyPr/>
        <a:lstStyle/>
        <a:p>
          <a:endParaRPr lang="en-IN"/>
        </a:p>
      </dgm:t>
    </dgm:pt>
    <dgm:pt modelId="{714FBF84-A730-42F8-A3B9-702AF502359E}">
      <dgm:prSet custT="1"/>
      <dgm:spPr/>
      <dgm:t>
        <a:bodyPr/>
        <a:lstStyle/>
        <a:p>
          <a:r>
            <a:rPr lang="en-IN" sz="1200" b="1" dirty="0"/>
            <a:t>Solution</a:t>
          </a:r>
        </a:p>
        <a:p>
          <a:r>
            <a:rPr lang="en-IN" sz="1200" b="0" dirty="0"/>
            <a:t> AI-based audio intelligence system</a:t>
          </a:r>
        </a:p>
        <a:p>
          <a:r>
            <a:rPr lang="en-IN" sz="1200" b="0" dirty="0"/>
            <a:t> Automated transcription &amp; analysis</a:t>
          </a:r>
        </a:p>
      </dgm:t>
    </dgm:pt>
    <dgm:pt modelId="{39569389-D29D-4125-B394-91447A9099E8}" type="parTrans" cxnId="{1B669662-8916-4F67-89CD-C94F4FA8F82B}">
      <dgm:prSet/>
      <dgm:spPr/>
      <dgm:t>
        <a:bodyPr/>
        <a:lstStyle/>
        <a:p>
          <a:endParaRPr lang="en-IN"/>
        </a:p>
      </dgm:t>
    </dgm:pt>
    <dgm:pt modelId="{6EEB69CA-9A9F-455E-8CF3-FCF56AB28015}" type="sibTrans" cxnId="{1B669662-8916-4F67-89CD-C94F4FA8F82B}">
      <dgm:prSet/>
      <dgm:spPr/>
      <dgm:t>
        <a:bodyPr/>
        <a:lstStyle/>
        <a:p>
          <a:endParaRPr lang="en-IN"/>
        </a:p>
      </dgm:t>
    </dgm:pt>
    <dgm:pt modelId="{75267250-98E8-4E54-AF75-BF4E66655A7D}">
      <dgm:prSet custT="1"/>
      <dgm:spPr/>
      <dgm:t>
        <a:bodyPr/>
        <a:lstStyle/>
        <a:p>
          <a:r>
            <a:rPr lang="en-IN" sz="1200" b="1" dirty="0"/>
            <a:t>Core Functionality</a:t>
          </a:r>
        </a:p>
        <a:p>
          <a:r>
            <a:rPr lang="en-IN" sz="1200" dirty="0"/>
            <a:t> Transcription</a:t>
          </a:r>
        </a:p>
        <a:p>
          <a:r>
            <a:rPr lang="en-IN" sz="1200" dirty="0"/>
            <a:t> Segmentation</a:t>
          </a:r>
        </a:p>
        <a:p>
          <a:r>
            <a:rPr lang="en-IN" sz="1200" dirty="0"/>
            <a:t> Sentiment &amp; Emotion Analysis</a:t>
          </a:r>
        </a:p>
        <a:p>
          <a:r>
            <a:rPr lang="en-IN" sz="1200" dirty="0"/>
            <a:t> Keyword Extraction</a:t>
          </a:r>
        </a:p>
      </dgm:t>
    </dgm:pt>
    <dgm:pt modelId="{B872CCA6-AD4F-4B7B-BD36-EA1AFEBE7861}" type="parTrans" cxnId="{D5314511-951B-44A5-ADA9-4553B4FB2A35}">
      <dgm:prSet/>
      <dgm:spPr/>
      <dgm:t>
        <a:bodyPr/>
        <a:lstStyle/>
        <a:p>
          <a:endParaRPr lang="en-IN"/>
        </a:p>
      </dgm:t>
    </dgm:pt>
    <dgm:pt modelId="{C8EEF77C-87F0-4677-A146-821BAB25923A}" type="sibTrans" cxnId="{D5314511-951B-44A5-ADA9-4553B4FB2A35}">
      <dgm:prSet/>
      <dgm:spPr/>
      <dgm:t>
        <a:bodyPr/>
        <a:lstStyle/>
        <a:p>
          <a:endParaRPr lang="en-IN"/>
        </a:p>
      </dgm:t>
    </dgm:pt>
    <dgm:pt modelId="{650602E8-C190-4F2A-B04D-116C82701F8D}" type="pres">
      <dgm:prSet presAssocID="{C6683AC9-B584-474A-9730-5944905FF841}" presName="arrowDiagram" presStyleCnt="0">
        <dgm:presLayoutVars>
          <dgm:chMax val="5"/>
          <dgm:dir/>
          <dgm:resizeHandles val="exact"/>
        </dgm:presLayoutVars>
      </dgm:prSet>
      <dgm:spPr/>
    </dgm:pt>
    <dgm:pt modelId="{45590783-3FFC-433A-9649-1105D6AF92DD}" type="pres">
      <dgm:prSet presAssocID="{C6683AC9-B584-474A-9730-5944905FF841}" presName="arrow" presStyleLbl="bgShp" presStyleIdx="0" presStyleCnt="1" custLinFactNeighborX="-11659" custLinFactNeighborY="183"/>
      <dgm:spPr>
        <a:solidFill>
          <a:schemeClr val="tx2"/>
        </a:solidFill>
      </dgm:spPr>
    </dgm:pt>
    <dgm:pt modelId="{2639A0C2-E652-4E17-9CF8-BB3AEDA3C942}" type="pres">
      <dgm:prSet presAssocID="{C6683AC9-B584-474A-9730-5944905FF841}" presName="arrowDiagram5" presStyleCnt="0"/>
      <dgm:spPr/>
    </dgm:pt>
    <dgm:pt modelId="{973F1A6D-5CE8-4C9B-B1BE-4735EBBCB4D0}" type="pres">
      <dgm:prSet presAssocID="{C688DDB2-7262-4367-89AB-35192BD40472}" presName="bullet5a" presStyleLbl="node1" presStyleIdx="0" presStyleCnt="5" custLinFactX="-291169" custLinFactY="9292" custLinFactNeighborX="-300000" custLinFactNeighborY="100000"/>
      <dgm:spPr/>
    </dgm:pt>
    <dgm:pt modelId="{313AC6D4-1402-4133-95C7-78D8F90646A4}" type="pres">
      <dgm:prSet presAssocID="{C688DDB2-7262-4367-89AB-35192BD40472}" presName="textBox5a" presStyleLbl="revTx" presStyleIdx="0" presStyleCnt="5" custScaleX="260795" custScaleY="67738" custLinFactNeighborX="49717" custLinFactNeighborY="-37638">
        <dgm:presLayoutVars>
          <dgm:bulletEnabled val="1"/>
        </dgm:presLayoutVars>
      </dgm:prSet>
      <dgm:spPr/>
    </dgm:pt>
    <dgm:pt modelId="{A6DAF989-C2ED-44F3-8C44-555C41DEFBD3}" type="pres">
      <dgm:prSet presAssocID="{714FBF84-A730-42F8-A3B9-702AF502359E}" presName="bullet5b" presStyleLbl="node1" presStyleIdx="1" presStyleCnt="5" custLinFactX="-200000" custLinFactNeighborX="-212605" custLinFactNeighborY="98390"/>
      <dgm:spPr/>
    </dgm:pt>
    <dgm:pt modelId="{6FED51BE-33FA-44C9-A0E8-279CA6E8F9CE}" type="pres">
      <dgm:prSet presAssocID="{714FBF84-A730-42F8-A3B9-702AF502359E}" presName="textBox5b" presStyleLbl="revTx" presStyleIdx="1" presStyleCnt="5" custScaleX="141055" custScaleY="75567" custLinFactNeighborX="62636" custLinFactNeighborY="-29888">
        <dgm:presLayoutVars>
          <dgm:bulletEnabled val="1"/>
        </dgm:presLayoutVars>
      </dgm:prSet>
      <dgm:spPr/>
    </dgm:pt>
    <dgm:pt modelId="{5FC26C29-14C3-4203-A7DE-F2E81F84B8E4}" type="pres">
      <dgm:prSet presAssocID="{75267250-98E8-4E54-AF75-BF4E66655A7D}" presName="bullet5c" presStyleLbl="node1" presStyleIdx="2" presStyleCnt="5" custLinFactX="-100000" custLinFactNeighborX="-116616" custLinFactNeighborY="-1979"/>
      <dgm:spPr/>
    </dgm:pt>
    <dgm:pt modelId="{54805D20-1790-44C5-9387-D2BD3965D861}" type="pres">
      <dgm:prSet presAssocID="{75267250-98E8-4E54-AF75-BF4E66655A7D}" presName="textBox5c" presStyleLbl="revTx" presStyleIdx="2" presStyleCnt="5" custScaleX="148668" custScaleY="68665" custLinFactNeighborX="99458" custLinFactNeighborY="-20115">
        <dgm:presLayoutVars>
          <dgm:bulletEnabled val="1"/>
        </dgm:presLayoutVars>
      </dgm:prSet>
      <dgm:spPr/>
    </dgm:pt>
    <dgm:pt modelId="{E16C6A0F-B0C0-4F58-AAC9-C7FB08C3F47A}" type="pres">
      <dgm:prSet presAssocID="{53B37B0F-B364-4F5D-81FB-9EE7B56BFE0F}" presName="bullet5d" presStyleLbl="node1" presStyleIdx="3" presStyleCnt="5" custLinFactNeighborX="-64502" custLinFactNeighborY="-20071"/>
      <dgm:spPr/>
    </dgm:pt>
    <dgm:pt modelId="{8FBD3A42-A483-42CA-BB85-92FCA97D8CDE}" type="pres">
      <dgm:prSet presAssocID="{53B37B0F-B364-4F5D-81FB-9EE7B56BFE0F}" presName="textBox5d" presStyleLbl="revTx" presStyleIdx="3" presStyleCnt="5" custScaleX="125160" custScaleY="66445" custLinFactX="30256" custLinFactNeighborX="100000" custLinFactNeighborY="-25648">
        <dgm:presLayoutVars>
          <dgm:bulletEnabled val="1"/>
        </dgm:presLayoutVars>
      </dgm:prSet>
      <dgm:spPr/>
    </dgm:pt>
    <dgm:pt modelId="{FC595EEB-247D-40C3-B9F7-E27353E6AC3C}" type="pres">
      <dgm:prSet presAssocID="{5F67795F-063D-4D81-B3B1-30C8B7B3173C}" presName="bullet5e" presStyleLbl="node1" presStyleIdx="4" presStyleCnt="5" custLinFactNeighborX="-31819" custLinFactNeighborY="-28927"/>
      <dgm:spPr/>
    </dgm:pt>
    <dgm:pt modelId="{B20160C0-D5C6-4648-8A07-C51451F6A4C3}" type="pres">
      <dgm:prSet presAssocID="{5F67795F-063D-4D81-B3B1-30C8B7B3173C}" presName="textBox5e" presStyleLbl="revTx" presStyleIdx="4" presStyleCnt="5" custScaleX="84700" custScaleY="56283">
        <dgm:presLayoutVars>
          <dgm:bulletEnabled val="1"/>
        </dgm:presLayoutVars>
      </dgm:prSet>
      <dgm:spPr/>
    </dgm:pt>
  </dgm:ptLst>
  <dgm:cxnLst>
    <dgm:cxn modelId="{D5314511-951B-44A5-ADA9-4553B4FB2A35}" srcId="{C6683AC9-B584-474A-9730-5944905FF841}" destId="{75267250-98E8-4E54-AF75-BF4E66655A7D}" srcOrd="2" destOrd="0" parTransId="{B872CCA6-AD4F-4B7B-BD36-EA1AFEBE7861}" sibTransId="{C8EEF77C-87F0-4677-A146-821BAB25923A}"/>
    <dgm:cxn modelId="{BE849C27-8A5B-49E2-8F5A-6F17102650F0}" srcId="{C6683AC9-B584-474A-9730-5944905FF841}" destId="{D402739A-2D9E-4685-98A6-3F7B401C68F9}" srcOrd="5" destOrd="0" parTransId="{46E9EA89-1843-43DA-B209-8D8BE8519BE4}" sibTransId="{54FB87DA-4B19-4B51-9AE1-133C3C3DD02D}"/>
    <dgm:cxn modelId="{E9276F39-A51B-4C40-B204-2E77EBF70A96}" type="presOf" srcId="{714FBF84-A730-42F8-A3B9-702AF502359E}" destId="{6FED51BE-33FA-44C9-A0E8-279CA6E8F9CE}" srcOrd="0" destOrd="0" presId="urn:microsoft.com/office/officeart/2005/8/layout/arrow2"/>
    <dgm:cxn modelId="{6461675B-A306-4587-A764-E5FB61688957}" srcId="{C6683AC9-B584-474A-9730-5944905FF841}" destId="{F54806B6-06C4-451B-8538-1166C87F3EBF}" srcOrd="8" destOrd="0" parTransId="{5DF3011C-7A06-4D2A-A8FC-EDAE5D7E956B}" sibTransId="{79A3D5CF-F11B-479A-86C9-F3E9F30B495A}"/>
    <dgm:cxn modelId="{1B669662-8916-4F67-89CD-C94F4FA8F82B}" srcId="{C6683AC9-B584-474A-9730-5944905FF841}" destId="{714FBF84-A730-42F8-A3B9-702AF502359E}" srcOrd="1" destOrd="0" parTransId="{39569389-D29D-4125-B394-91447A9099E8}" sibTransId="{6EEB69CA-9A9F-455E-8CF3-FCF56AB28015}"/>
    <dgm:cxn modelId="{203FE745-143A-490F-AC16-CEDB560B2B03}" type="presOf" srcId="{75267250-98E8-4E54-AF75-BF4E66655A7D}" destId="{54805D20-1790-44C5-9387-D2BD3965D861}" srcOrd="0" destOrd="0" presId="urn:microsoft.com/office/officeart/2005/8/layout/arrow2"/>
    <dgm:cxn modelId="{A3F25848-B5E9-4A36-919F-B997BB62C914}" srcId="{C6683AC9-B584-474A-9730-5944905FF841}" destId="{2A8CCFF9-CDB2-4057-8AA1-2DED78290F2F}" srcOrd="9" destOrd="0" parTransId="{99FA96A6-A9B7-4DDF-813C-5B9A3B9F38D9}" sibTransId="{97F57AC6-3953-487E-BE45-5D61F0FFD369}"/>
    <dgm:cxn modelId="{AF1EEA4C-CA82-4E84-8461-499DF47BE2A1}" srcId="{C6683AC9-B584-474A-9730-5944905FF841}" destId="{CBC0A787-BBA7-4987-9423-721D0FB65079}" srcOrd="6" destOrd="0" parTransId="{A198D273-355D-4581-9994-0AF92593A4D7}" sibTransId="{688815AF-C832-4A02-8547-FE6334774563}"/>
    <dgm:cxn modelId="{2B6C8350-2828-4C07-A288-9237E2632193}" type="presOf" srcId="{C6683AC9-B584-474A-9730-5944905FF841}" destId="{650602E8-C190-4F2A-B04D-116C82701F8D}" srcOrd="0" destOrd="0" presId="urn:microsoft.com/office/officeart/2005/8/layout/arrow2"/>
    <dgm:cxn modelId="{37C7EC51-D9C2-42E5-9F1F-A28B169CF131}" srcId="{C6683AC9-B584-474A-9730-5944905FF841}" destId="{FD22B9D8-A818-4B00-BD10-318D416AE435}" srcOrd="11" destOrd="0" parTransId="{5A636B59-BD22-42D4-A68D-CDFC53D81734}" sibTransId="{8C5F996B-BAEC-4F8E-9A9A-A477523CC166}"/>
    <dgm:cxn modelId="{C7D67578-2B98-4133-9B85-FF82A7765DD6}" type="presOf" srcId="{5F67795F-063D-4D81-B3B1-30C8B7B3173C}" destId="{B20160C0-D5C6-4648-8A07-C51451F6A4C3}" srcOrd="0" destOrd="0" presId="urn:microsoft.com/office/officeart/2005/8/layout/arrow2"/>
    <dgm:cxn modelId="{AA380E8B-C5C0-4A92-9959-59A7B3756791}" srcId="{C6683AC9-B584-474A-9730-5944905FF841}" destId="{B658A2C3-A8F2-4E1B-B3E2-9B61B3C02EAB}" srcOrd="10" destOrd="0" parTransId="{60689714-E539-481C-AF6D-B0251A18C35D}" sibTransId="{B3F0A5AB-729C-4ACF-AE3C-F6756FA5360A}"/>
    <dgm:cxn modelId="{1AACCC96-768B-4078-A472-8ED76E31E9BF}" type="presOf" srcId="{53B37B0F-B364-4F5D-81FB-9EE7B56BFE0F}" destId="{8FBD3A42-A483-42CA-BB85-92FCA97D8CDE}" srcOrd="0" destOrd="0" presId="urn:microsoft.com/office/officeart/2005/8/layout/arrow2"/>
    <dgm:cxn modelId="{393562AA-AC8D-4300-A7C5-DCDDC5189DF1}" srcId="{C6683AC9-B584-474A-9730-5944905FF841}" destId="{53B37B0F-B364-4F5D-81FB-9EE7B56BFE0F}" srcOrd="3" destOrd="0" parTransId="{2A3DACC6-D39C-440D-9760-76C196F30C5A}" sibTransId="{B8DE0A8A-62A1-4F12-844B-A20527BCC086}"/>
    <dgm:cxn modelId="{9E2A4EC2-DFC1-4D5A-A2C7-97F6C16802E2}" type="presOf" srcId="{C688DDB2-7262-4367-89AB-35192BD40472}" destId="{313AC6D4-1402-4133-95C7-78D8F90646A4}" srcOrd="0" destOrd="0" presId="urn:microsoft.com/office/officeart/2005/8/layout/arrow2"/>
    <dgm:cxn modelId="{CBCADECE-3EC4-4BBF-A942-3710BBE11D0A}" srcId="{C6683AC9-B584-474A-9730-5944905FF841}" destId="{C688DDB2-7262-4367-89AB-35192BD40472}" srcOrd="0" destOrd="0" parTransId="{50D07359-2A24-4A8C-A5DD-A910ABB7F64F}" sibTransId="{E5538F70-559F-4105-AE6C-AA4CB1CE6D8A}"/>
    <dgm:cxn modelId="{5E7DDBEC-0930-437C-A174-E62E09A2D42B}" srcId="{C6683AC9-B584-474A-9730-5944905FF841}" destId="{5F67795F-063D-4D81-B3B1-30C8B7B3173C}" srcOrd="4" destOrd="0" parTransId="{0F7360DC-8B04-4729-AC37-54527FE5C56B}" sibTransId="{926F9FBF-C03B-4A07-B21F-C5BCD20031C7}"/>
    <dgm:cxn modelId="{C04109FE-1AD1-4150-A0E6-53CE394BBFC3}" srcId="{C6683AC9-B584-474A-9730-5944905FF841}" destId="{AF4CA261-F7D1-4B0F-AC08-A0852D18CCF3}" srcOrd="7" destOrd="0" parTransId="{BB517896-05DF-4D92-B231-F10136067DA8}" sibTransId="{D68FA3D5-2A1C-486F-B7CD-5C5C30A0C74F}"/>
    <dgm:cxn modelId="{C76908C4-6CC5-4363-924E-83066EF9881F}" type="presParOf" srcId="{650602E8-C190-4F2A-B04D-116C82701F8D}" destId="{45590783-3FFC-433A-9649-1105D6AF92DD}" srcOrd="0" destOrd="0" presId="urn:microsoft.com/office/officeart/2005/8/layout/arrow2"/>
    <dgm:cxn modelId="{3D5327DD-F345-46C2-BC70-AFBD444FDEDF}" type="presParOf" srcId="{650602E8-C190-4F2A-B04D-116C82701F8D}" destId="{2639A0C2-E652-4E17-9CF8-BB3AEDA3C942}" srcOrd="1" destOrd="0" presId="urn:microsoft.com/office/officeart/2005/8/layout/arrow2"/>
    <dgm:cxn modelId="{2182188B-B8C3-47E6-860E-6E39F6B4B14A}" type="presParOf" srcId="{2639A0C2-E652-4E17-9CF8-BB3AEDA3C942}" destId="{973F1A6D-5CE8-4C9B-B1BE-4735EBBCB4D0}" srcOrd="0" destOrd="0" presId="urn:microsoft.com/office/officeart/2005/8/layout/arrow2"/>
    <dgm:cxn modelId="{AF4BF7BD-FC9A-4C9D-951D-71AF4AA7B865}" type="presParOf" srcId="{2639A0C2-E652-4E17-9CF8-BB3AEDA3C942}" destId="{313AC6D4-1402-4133-95C7-78D8F90646A4}" srcOrd="1" destOrd="0" presId="urn:microsoft.com/office/officeart/2005/8/layout/arrow2"/>
    <dgm:cxn modelId="{995059AC-A80F-4303-A22A-BC2119B204C1}" type="presParOf" srcId="{2639A0C2-E652-4E17-9CF8-BB3AEDA3C942}" destId="{A6DAF989-C2ED-44F3-8C44-555C41DEFBD3}" srcOrd="2" destOrd="0" presId="urn:microsoft.com/office/officeart/2005/8/layout/arrow2"/>
    <dgm:cxn modelId="{F07E871A-DBE3-4FC4-85E1-A818F59688AA}" type="presParOf" srcId="{2639A0C2-E652-4E17-9CF8-BB3AEDA3C942}" destId="{6FED51BE-33FA-44C9-A0E8-279CA6E8F9CE}" srcOrd="3" destOrd="0" presId="urn:microsoft.com/office/officeart/2005/8/layout/arrow2"/>
    <dgm:cxn modelId="{2DDA2139-3D48-4725-B40E-CDFEB4FA2E9B}" type="presParOf" srcId="{2639A0C2-E652-4E17-9CF8-BB3AEDA3C942}" destId="{5FC26C29-14C3-4203-A7DE-F2E81F84B8E4}" srcOrd="4" destOrd="0" presId="urn:microsoft.com/office/officeart/2005/8/layout/arrow2"/>
    <dgm:cxn modelId="{02F3E6B6-9D24-46D0-ADB9-F84A045F0C9F}" type="presParOf" srcId="{2639A0C2-E652-4E17-9CF8-BB3AEDA3C942}" destId="{54805D20-1790-44C5-9387-D2BD3965D861}" srcOrd="5" destOrd="0" presId="urn:microsoft.com/office/officeart/2005/8/layout/arrow2"/>
    <dgm:cxn modelId="{32CEFD7E-03E5-453E-9749-02C32DC5784F}" type="presParOf" srcId="{2639A0C2-E652-4E17-9CF8-BB3AEDA3C942}" destId="{E16C6A0F-B0C0-4F58-AAC9-C7FB08C3F47A}" srcOrd="6" destOrd="0" presId="urn:microsoft.com/office/officeart/2005/8/layout/arrow2"/>
    <dgm:cxn modelId="{C93869A5-27AA-4FEE-A330-837A2F9AEDA4}" type="presParOf" srcId="{2639A0C2-E652-4E17-9CF8-BB3AEDA3C942}" destId="{8FBD3A42-A483-42CA-BB85-92FCA97D8CDE}" srcOrd="7" destOrd="0" presId="urn:microsoft.com/office/officeart/2005/8/layout/arrow2"/>
    <dgm:cxn modelId="{B0D127D4-CCF3-4C53-97A8-14E612AEFE76}" type="presParOf" srcId="{2639A0C2-E652-4E17-9CF8-BB3AEDA3C942}" destId="{FC595EEB-247D-40C3-B9F7-E27353E6AC3C}" srcOrd="8" destOrd="0" presId="urn:microsoft.com/office/officeart/2005/8/layout/arrow2"/>
    <dgm:cxn modelId="{DE326973-0643-4ADE-B80F-EFFF5B31C71C}" type="presParOf" srcId="{2639A0C2-E652-4E17-9CF8-BB3AEDA3C942}" destId="{B20160C0-D5C6-4648-8A07-C51451F6A4C3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851FEE-2009-48B0-8D73-9FD07BC872A9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3C6DC87-11F7-4DA5-AF8E-AAAD56F4289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transcription using ASR</a:t>
          </a:r>
          <a:endParaRPr lang="en-IN" dirty="0"/>
        </a:p>
      </dgm:t>
    </dgm:pt>
    <dgm:pt modelId="{7A7F5073-6C71-4E4D-9D42-C15548E20BB7}" type="parTrans" cxnId="{94A3AA37-B8B1-405C-B70E-CFF345386880}">
      <dgm:prSet/>
      <dgm:spPr/>
      <dgm:t>
        <a:bodyPr/>
        <a:lstStyle/>
        <a:p>
          <a:endParaRPr lang="en-IN"/>
        </a:p>
      </dgm:t>
    </dgm:pt>
    <dgm:pt modelId="{EBC63CAD-7716-4898-9448-95EE827FB97A}" type="sibTrans" cxnId="{94A3AA37-B8B1-405C-B70E-CFF345386880}">
      <dgm:prSet/>
      <dgm:spPr/>
      <dgm:t>
        <a:bodyPr/>
        <a:lstStyle/>
        <a:p>
          <a:endParaRPr lang="en-IN"/>
        </a:p>
      </dgm:t>
    </dgm:pt>
    <dgm:pt modelId="{3D73A1FF-7271-4B2C-BA49-7765288F9A89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Segment conversations with speaker roles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6ABF60B-EC36-4EF6-98E9-A4BAA0265730}" type="parTrans" cxnId="{BD0B42D6-6945-48C1-ABCE-3D1517EE2176}">
      <dgm:prSet/>
      <dgm:spPr/>
      <dgm:t>
        <a:bodyPr/>
        <a:lstStyle/>
        <a:p>
          <a:endParaRPr lang="en-IN"/>
        </a:p>
      </dgm:t>
    </dgm:pt>
    <dgm:pt modelId="{A10C4C10-0D51-4E42-A762-609E410DF572}" type="sibTrans" cxnId="{BD0B42D6-6945-48C1-ABCE-3D1517EE2176}">
      <dgm:prSet/>
      <dgm:spPr/>
      <dgm:t>
        <a:bodyPr/>
        <a:lstStyle/>
        <a:p>
          <a:endParaRPr lang="en-IN"/>
        </a:p>
      </dgm:t>
    </dgm:pt>
    <dgm:pt modelId="{79753351-57CD-4A85-B292-B4AB82F4044D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sentiment and emotion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83D9A4-980E-4199-A493-B99B50403CB5}" type="parTrans" cxnId="{446E24F8-83A1-43C0-B140-B99690B1D24E}">
      <dgm:prSet/>
      <dgm:spPr/>
      <dgm:t>
        <a:bodyPr/>
        <a:lstStyle/>
        <a:p>
          <a:endParaRPr lang="en-IN"/>
        </a:p>
      </dgm:t>
    </dgm:pt>
    <dgm:pt modelId="{FD70BD0A-6C65-4C0D-96B0-039127EB4A61}" type="sibTrans" cxnId="{446E24F8-83A1-43C0-B140-B99690B1D24E}">
      <dgm:prSet/>
      <dgm:spPr/>
      <dgm:t>
        <a:bodyPr/>
        <a:lstStyle/>
        <a:p>
          <a:endParaRPr lang="en-IN"/>
        </a:p>
      </dgm:t>
    </dgm:pt>
    <dgm:pt modelId="{46601166-12E3-4912-AEEF-A63A201DB101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 keywords for topic navigation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9A8EF00-8127-46A1-92A6-FE5C4C127E69}" type="parTrans" cxnId="{F325926E-8B2F-4947-924C-FA85626AF00D}">
      <dgm:prSet/>
      <dgm:spPr/>
      <dgm:t>
        <a:bodyPr/>
        <a:lstStyle/>
        <a:p>
          <a:endParaRPr lang="en-IN"/>
        </a:p>
      </dgm:t>
    </dgm:pt>
    <dgm:pt modelId="{B0C7ACC3-135C-4873-899C-E7D8B34CB216}" type="sibTrans" cxnId="{F325926E-8B2F-4947-924C-FA85626AF00D}">
      <dgm:prSet/>
      <dgm:spPr/>
      <dgm:t>
        <a:bodyPr/>
        <a:lstStyle/>
        <a:p>
          <a:endParaRPr lang="en-IN"/>
        </a:p>
      </dgm:t>
    </dgm:pt>
    <dgm:pt modelId="{7D994265-FCF0-4317-833C-A4CEA5274005}">
      <dgm:prSet/>
      <dgm:spPr/>
      <dgm:t>
        <a:bodyPr/>
        <a:lstStyle/>
        <a:p>
          <a:r>
            <a:rPr lang="en-US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 AI summaries and recruiter decisions</a:t>
          </a:r>
          <a:endParaRPr lang="en-US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AF3BD05-2D99-42E1-9989-2D4981D197E1}" type="parTrans" cxnId="{1D62851C-D64F-440A-98DD-4EF5AD973ADA}">
      <dgm:prSet/>
      <dgm:spPr/>
      <dgm:t>
        <a:bodyPr/>
        <a:lstStyle/>
        <a:p>
          <a:endParaRPr lang="en-IN"/>
        </a:p>
      </dgm:t>
    </dgm:pt>
    <dgm:pt modelId="{544058FE-76F8-4223-A591-F8C2C7A568D8}" type="sibTrans" cxnId="{1D62851C-D64F-440A-98DD-4EF5AD973ADA}">
      <dgm:prSet/>
      <dgm:spPr/>
      <dgm:t>
        <a:bodyPr/>
        <a:lstStyle/>
        <a:p>
          <a:endParaRPr lang="en-IN"/>
        </a:p>
      </dgm:t>
    </dgm:pt>
    <dgm:pt modelId="{4900B9FC-AD25-44A4-8CD5-B2A2718B0BA0}" type="pres">
      <dgm:prSet presAssocID="{3E851FEE-2009-48B0-8D73-9FD07BC872A9}" presName="Name0" presStyleCnt="0">
        <dgm:presLayoutVars>
          <dgm:chMax val="7"/>
          <dgm:chPref val="7"/>
          <dgm:dir/>
        </dgm:presLayoutVars>
      </dgm:prSet>
      <dgm:spPr/>
    </dgm:pt>
    <dgm:pt modelId="{241EF07B-AAEB-49AB-B876-9412E79430FF}" type="pres">
      <dgm:prSet presAssocID="{3E851FEE-2009-48B0-8D73-9FD07BC872A9}" presName="Name1" presStyleCnt="0"/>
      <dgm:spPr/>
    </dgm:pt>
    <dgm:pt modelId="{CD813FAC-1A04-4EB1-A56F-B4E7B6802959}" type="pres">
      <dgm:prSet presAssocID="{3E851FEE-2009-48B0-8D73-9FD07BC872A9}" presName="cycle" presStyleCnt="0"/>
      <dgm:spPr/>
    </dgm:pt>
    <dgm:pt modelId="{33CAD1C4-783E-468A-8C31-E871C2BA48BA}" type="pres">
      <dgm:prSet presAssocID="{3E851FEE-2009-48B0-8D73-9FD07BC872A9}" presName="srcNode" presStyleLbl="node1" presStyleIdx="0" presStyleCnt="5"/>
      <dgm:spPr/>
    </dgm:pt>
    <dgm:pt modelId="{BDD22030-785D-4CA1-92D7-981475D34E46}" type="pres">
      <dgm:prSet presAssocID="{3E851FEE-2009-48B0-8D73-9FD07BC872A9}" presName="conn" presStyleLbl="parChTrans1D2" presStyleIdx="0" presStyleCnt="1"/>
      <dgm:spPr/>
    </dgm:pt>
    <dgm:pt modelId="{C5E7AE4C-5DC6-4BF8-9DB5-E45276ED8D20}" type="pres">
      <dgm:prSet presAssocID="{3E851FEE-2009-48B0-8D73-9FD07BC872A9}" presName="extraNode" presStyleLbl="node1" presStyleIdx="0" presStyleCnt="5"/>
      <dgm:spPr/>
    </dgm:pt>
    <dgm:pt modelId="{60979A33-913C-42C9-810D-63536382D314}" type="pres">
      <dgm:prSet presAssocID="{3E851FEE-2009-48B0-8D73-9FD07BC872A9}" presName="dstNode" presStyleLbl="node1" presStyleIdx="0" presStyleCnt="5"/>
      <dgm:spPr/>
    </dgm:pt>
    <dgm:pt modelId="{3D2CF20A-B988-4EB9-A507-087A72FC0D01}" type="pres">
      <dgm:prSet presAssocID="{F3C6DC87-11F7-4DA5-AF8E-AAAD56F42891}" presName="text_1" presStyleLbl="node1" presStyleIdx="0" presStyleCnt="5">
        <dgm:presLayoutVars>
          <dgm:bulletEnabled val="1"/>
        </dgm:presLayoutVars>
      </dgm:prSet>
      <dgm:spPr/>
    </dgm:pt>
    <dgm:pt modelId="{B0574C01-D139-4C6C-825B-D27CDD10598C}" type="pres">
      <dgm:prSet presAssocID="{F3C6DC87-11F7-4DA5-AF8E-AAAD56F42891}" presName="accent_1" presStyleCnt="0"/>
      <dgm:spPr/>
    </dgm:pt>
    <dgm:pt modelId="{C385D025-D7DE-403B-A421-A298E79CD916}" type="pres">
      <dgm:prSet presAssocID="{F3C6DC87-11F7-4DA5-AF8E-AAAD56F42891}" presName="accentRepeatNode" presStyleLbl="solidFgAcc1" presStyleIdx="0" presStyleCnt="5"/>
      <dgm:spPr/>
    </dgm:pt>
    <dgm:pt modelId="{7E1B813A-328A-40CF-A24C-49DC3ABE117E}" type="pres">
      <dgm:prSet presAssocID="{3D73A1FF-7271-4B2C-BA49-7765288F9A89}" presName="text_2" presStyleLbl="node1" presStyleIdx="1" presStyleCnt="5">
        <dgm:presLayoutVars>
          <dgm:bulletEnabled val="1"/>
        </dgm:presLayoutVars>
      </dgm:prSet>
      <dgm:spPr/>
    </dgm:pt>
    <dgm:pt modelId="{FB650290-067C-4320-9516-3E0AAABB98E8}" type="pres">
      <dgm:prSet presAssocID="{3D73A1FF-7271-4B2C-BA49-7765288F9A89}" presName="accent_2" presStyleCnt="0"/>
      <dgm:spPr/>
    </dgm:pt>
    <dgm:pt modelId="{63B9AAAA-EC38-49BE-9C2E-D86658C2B6F1}" type="pres">
      <dgm:prSet presAssocID="{3D73A1FF-7271-4B2C-BA49-7765288F9A89}" presName="accentRepeatNode" presStyleLbl="solidFgAcc1" presStyleIdx="1" presStyleCnt="5"/>
      <dgm:spPr/>
    </dgm:pt>
    <dgm:pt modelId="{0EA143C6-062B-46FD-8806-BFF88B107C65}" type="pres">
      <dgm:prSet presAssocID="{79753351-57CD-4A85-B292-B4AB82F4044D}" presName="text_3" presStyleLbl="node1" presStyleIdx="2" presStyleCnt="5">
        <dgm:presLayoutVars>
          <dgm:bulletEnabled val="1"/>
        </dgm:presLayoutVars>
      </dgm:prSet>
      <dgm:spPr/>
    </dgm:pt>
    <dgm:pt modelId="{43973CE4-7E57-48DD-BB19-E2969D8A1A1D}" type="pres">
      <dgm:prSet presAssocID="{79753351-57CD-4A85-B292-B4AB82F4044D}" presName="accent_3" presStyleCnt="0"/>
      <dgm:spPr/>
    </dgm:pt>
    <dgm:pt modelId="{141BDD0A-D428-4076-9D70-6EAA20CAD3E6}" type="pres">
      <dgm:prSet presAssocID="{79753351-57CD-4A85-B292-B4AB82F4044D}" presName="accentRepeatNode" presStyleLbl="solidFgAcc1" presStyleIdx="2" presStyleCnt="5"/>
      <dgm:spPr/>
    </dgm:pt>
    <dgm:pt modelId="{7979688E-29AF-4556-9E1C-06C8022D80DD}" type="pres">
      <dgm:prSet presAssocID="{46601166-12E3-4912-AEEF-A63A201DB101}" presName="text_4" presStyleLbl="node1" presStyleIdx="3" presStyleCnt="5">
        <dgm:presLayoutVars>
          <dgm:bulletEnabled val="1"/>
        </dgm:presLayoutVars>
      </dgm:prSet>
      <dgm:spPr/>
    </dgm:pt>
    <dgm:pt modelId="{92A6A231-FD54-4784-B4E2-7B914CA1FF8C}" type="pres">
      <dgm:prSet presAssocID="{46601166-12E3-4912-AEEF-A63A201DB101}" presName="accent_4" presStyleCnt="0"/>
      <dgm:spPr/>
    </dgm:pt>
    <dgm:pt modelId="{41D1E9FA-687E-4DFE-B027-387D733F5957}" type="pres">
      <dgm:prSet presAssocID="{46601166-12E3-4912-AEEF-A63A201DB101}" presName="accentRepeatNode" presStyleLbl="solidFgAcc1" presStyleIdx="3" presStyleCnt="5"/>
      <dgm:spPr/>
    </dgm:pt>
    <dgm:pt modelId="{E4591AC2-F8EA-4758-A37E-154B87CCD4BC}" type="pres">
      <dgm:prSet presAssocID="{7D994265-FCF0-4317-833C-A4CEA5274005}" presName="text_5" presStyleLbl="node1" presStyleIdx="4" presStyleCnt="5">
        <dgm:presLayoutVars>
          <dgm:bulletEnabled val="1"/>
        </dgm:presLayoutVars>
      </dgm:prSet>
      <dgm:spPr/>
    </dgm:pt>
    <dgm:pt modelId="{931E59F4-94DE-4165-8036-1E6425A535AD}" type="pres">
      <dgm:prSet presAssocID="{7D994265-FCF0-4317-833C-A4CEA5274005}" presName="accent_5" presStyleCnt="0"/>
      <dgm:spPr/>
    </dgm:pt>
    <dgm:pt modelId="{07DD323C-E6C2-4D92-9A1A-31EC4F7AA408}" type="pres">
      <dgm:prSet presAssocID="{7D994265-FCF0-4317-833C-A4CEA5274005}" presName="accentRepeatNode" presStyleLbl="solidFgAcc1" presStyleIdx="4" presStyleCnt="5"/>
      <dgm:spPr/>
    </dgm:pt>
  </dgm:ptLst>
  <dgm:cxnLst>
    <dgm:cxn modelId="{1D62851C-D64F-440A-98DD-4EF5AD973ADA}" srcId="{3E851FEE-2009-48B0-8D73-9FD07BC872A9}" destId="{7D994265-FCF0-4317-833C-A4CEA5274005}" srcOrd="4" destOrd="0" parTransId="{DAF3BD05-2D99-42E1-9989-2D4981D197E1}" sibTransId="{544058FE-76F8-4223-A591-F8C2C7A568D8}"/>
    <dgm:cxn modelId="{19327131-3A75-4423-A18D-E43427619E77}" type="presOf" srcId="{F3C6DC87-11F7-4DA5-AF8E-AAAD56F42891}" destId="{3D2CF20A-B988-4EB9-A507-087A72FC0D01}" srcOrd="0" destOrd="0" presId="urn:microsoft.com/office/officeart/2008/layout/VerticalCurvedList"/>
    <dgm:cxn modelId="{94A3AA37-B8B1-405C-B70E-CFF345386880}" srcId="{3E851FEE-2009-48B0-8D73-9FD07BC872A9}" destId="{F3C6DC87-11F7-4DA5-AF8E-AAAD56F42891}" srcOrd="0" destOrd="0" parTransId="{7A7F5073-6C71-4E4D-9D42-C15548E20BB7}" sibTransId="{EBC63CAD-7716-4898-9448-95EE827FB97A}"/>
    <dgm:cxn modelId="{30813D47-07BB-4F65-88AB-D1493DEE220C}" type="presOf" srcId="{EBC63CAD-7716-4898-9448-95EE827FB97A}" destId="{BDD22030-785D-4CA1-92D7-981475D34E46}" srcOrd="0" destOrd="0" presId="urn:microsoft.com/office/officeart/2008/layout/VerticalCurvedList"/>
    <dgm:cxn modelId="{F325926E-8B2F-4947-924C-FA85626AF00D}" srcId="{3E851FEE-2009-48B0-8D73-9FD07BC872A9}" destId="{46601166-12E3-4912-AEEF-A63A201DB101}" srcOrd="3" destOrd="0" parTransId="{39A8EF00-8127-46A1-92A6-FE5C4C127E69}" sibTransId="{B0C7ACC3-135C-4873-899C-E7D8B34CB216}"/>
    <dgm:cxn modelId="{1DE0F1A6-500A-4FD8-B970-E18C8E269EFD}" type="presOf" srcId="{3D73A1FF-7271-4B2C-BA49-7765288F9A89}" destId="{7E1B813A-328A-40CF-A24C-49DC3ABE117E}" srcOrd="0" destOrd="0" presId="urn:microsoft.com/office/officeart/2008/layout/VerticalCurvedList"/>
    <dgm:cxn modelId="{7B7371AE-F137-4085-AD41-856C11C64199}" type="presOf" srcId="{46601166-12E3-4912-AEEF-A63A201DB101}" destId="{7979688E-29AF-4556-9E1C-06C8022D80DD}" srcOrd="0" destOrd="0" presId="urn:microsoft.com/office/officeart/2008/layout/VerticalCurvedList"/>
    <dgm:cxn modelId="{2D5135D4-4D75-4471-BE1A-692C6757E447}" type="presOf" srcId="{3E851FEE-2009-48B0-8D73-9FD07BC872A9}" destId="{4900B9FC-AD25-44A4-8CD5-B2A2718B0BA0}" srcOrd="0" destOrd="0" presId="urn:microsoft.com/office/officeart/2008/layout/VerticalCurvedList"/>
    <dgm:cxn modelId="{BD0B42D6-6945-48C1-ABCE-3D1517EE2176}" srcId="{3E851FEE-2009-48B0-8D73-9FD07BC872A9}" destId="{3D73A1FF-7271-4B2C-BA49-7765288F9A89}" srcOrd="1" destOrd="0" parTransId="{B6ABF60B-EC36-4EF6-98E9-A4BAA0265730}" sibTransId="{A10C4C10-0D51-4E42-A762-609E410DF572}"/>
    <dgm:cxn modelId="{FC5071DF-2310-4A04-9042-B8357AA54876}" type="presOf" srcId="{7D994265-FCF0-4317-833C-A4CEA5274005}" destId="{E4591AC2-F8EA-4758-A37E-154B87CCD4BC}" srcOrd="0" destOrd="0" presId="urn:microsoft.com/office/officeart/2008/layout/VerticalCurvedList"/>
    <dgm:cxn modelId="{234A0AF0-E14D-4136-AD80-08E6998E7910}" type="presOf" srcId="{79753351-57CD-4A85-B292-B4AB82F4044D}" destId="{0EA143C6-062B-46FD-8806-BFF88B107C65}" srcOrd="0" destOrd="0" presId="urn:microsoft.com/office/officeart/2008/layout/VerticalCurvedList"/>
    <dgm:cxn modelId="{446E24F8-83A1-43C0-B140-B99690B1D24E}" srcId="{3E851FEE-2009-48B0-8D73-9FD07BC872A9}" destId="{79753351-57CD-4A85-B292-B4AB82F4044D}" srcOrd="2" destOrd="0" parTransId="{F483D9A4-980E-4199-A493-B99B50403CB5}" sibTransId="{FD70BD0A-6C65-4C0D-96B0-039127EB4A61}"/>
    <dgm:cxn modelId="{0264A2AE-9976-4FAE-A077-9567B67D0714}" type="presParOf" srcId="{4900B9FC-AD25-44A4-8CD5-B2A2718B0BA0}" destId="{241EF07B-AAEB-49AB-B876-9412E79430FF}" srcOrd="0" destOrd="0" presId="urn:microsoft.com/office/officeart/2008/layout/VerticalCurvedList"/>
    <dgm:cxn modelId="{2A97BCE3-142D-4B69-A6C5-438900C52AEB}" type="presParOf" srcId="{241EF07B-AAEB-49AB-B876-9412E79430FF}" destId="{CD813FAC-1A04-4EB1-A56F-B4E7B6802959}" srcOrd="0" destOrd="0" presId="urn:microsoft.com/office/officeart/2008/layout/VerticalCurvedList"/>
    <dgm:cxn modelId="{48DA1750-7595-42CC-983D-59FD1DCD76D0}" type="presParOf" srcId="{CD813FAC-1A04-4EB1-A56F-B4E7B6802959}" destId="{33CAD1C4-783E-468A-8C31-E871C2BA48BA}" srcOrd="0" destOrd="0" presId="urn:microsoft.com/office/officeart/2008/layout/VerticalCurvedList"/>
    <dgm:cxn modelId="{29DCF1DA-7DEF-4C64-8C1D-B420E4B4FF37}" type="presParOf" srcId="{CD813FAC-1A04-4EB1-A56F-B4E7B6802959}" destId="{BDD22030-785D-4CA1-92D7-981475D34E46}" srcOrd="1" destOrd="0" presId="urn:microsoft.com/office/officeart/2008/layout/VerticalCurvedList"/>
    <dgm:cxn modelId="{5CA192FF-F999-4BC8-B603-87574213BFEF}" type="presParOf" srcId="{CD813FAC-1A04-4EB1-A56F-B4E7B6802959}" destId="{C5E7AE4C-5DC6-4BF8-9DB5-E45276ED8D20}" srcOrd="2" destOrd="0" presId="urn:microsoft.com/office/officeart/2008/layout/VerticalCurvedList"/>
    <dgm:cxn modelId="{1BD60C9C-4152-4E6A-8E00-77AC7100FF9E}" type="presParOf" srcId="{CD813FAC-1A04-4EB1-A56F-B4E7B6802959}" destId="{60979A33-913C-42C9-810D-63536382D314}" srcOrd="3" destOrd="0" presId="urn:microsoft.com/office/officeart/2008/layout/VerticalCurvedList"/>
    <dgm:cxn modelId="{97CE83E6-22B1-4062-9F68-9706FB51BF11}" type="presParOf" srcId="{241EF07B-AAEB-49AB-B876-9412E79430FF}" destId="{3D2CF20A-B988-4EB9-A507-087A72FC0D01}" srcOrd="1" destOrd="0" presId="urn:microsoft.com/office/officeart/2008/layout/VerticalCurvedList"/>
    <dgm:cxn modelId="{C3FF7FD8-99A8-49FA-BC42-178EAD133831}" type="presParOf" srcId="{241EF07B-AAEB-49AB-B876-9412E79430FF}" destId="{B0574C01-D139-4C6C-825B-D27CDD10598C}" srcOrd="2" destOrd="0" presId="urn:microsoft.com/office/officeart/2008/layout/VerticalCurvedList"/>
    <dgm:cxn modelId="{BA97455B-908C-4BFA-89B9-6B44D0D872AF}" type="presParOf" srcId="{B0574C01-D139-4C6C-825B-D27CDD10598C}" destId="{C385D025-D7DE-403B-A421-A298E79CD916}" srcOrd="0" destOrd="0" presId="urn:microsoft.com/office/officeart/2008/layout/VerticalCurvedList"/>
    <dgm:cxn modelId="{678AE3C3-08B8-482E-A760-75CD9BA34E53}" type="presParOf" srcId="{241EF07B-AAEB-49AB-B876-9412E79430FF}" destId="{7E1B813A-328A-40CF-A24C-49DC3ABE117E}" srcOrd="3" destOrd="0" presId="urn:microsoft.com/office/officeart/2008/layout/VerticalCurvedList"/>
    <dgm:cxn modelId="{E2CDB11E-31C3-46FD-BD68-C42B305383C7}" type="presParOf" srcId="{241EF07B-AAEB-49AB-B876-9412E79430FF}" destId="{FB650290-067C-4320-9516-3E0AAABB98E8}" srcOrd="4" destOrd="0" presId="urn:microsoft.com/office/officeart/2008/layout/VerticalCurvedList"/>
    <dgm:cxn modelId="{FE2378A1-26EC-48C0-9D22-57E093F911C9}" type="presParOf" srcId="{FB650290-067C-4320-9516-3E0AAABB98E8}" destId="{63B9AAAA-EC38-49BE-9C2E-D86658C2B6F1}" srcOrd="0" destOrd="0" presId="urn:microsoft.com/office/officeart/2008/layout/VerticalCurvedList"/>
    <dgm:cxn modelId="{51076BD6-2BA1-4ABC-ABDD-AEC7DD410E9D}" type="presParOf" srcId="{241EF07B-AAEB-49AB-B876-9412E79430FF}" destId="{0EA143C6-062B-46FD-8806-BFF88B107C65}" srcOrd="5" destOrd="0" presId="urn:microsoft.com/office/officeart/2008/layout/VerticalCurvedList"/>
    <dgm:cxn modelId="{2D0AD9E6-043F-4DE2-B88A-E055DE1312D2}" type="presParOf" srcId="{241EF07B-AAEB-49AB-B876-9412E79430FF}" destId="{43973CE4-7E57-48DD-BB19-E2969D8A1A1D}" srcOrd="6" destOrd="0" presId="urn:microsoft.com/office/officeart/2008/layout/VerticalCurvedList"/>
    <dgm:cxn modelId="{7CD5CF6D-654A-4E18-AB7E-2F7B93D5B277}" type="presParOf" srcId="{43973CE4-7E57-48DD-BB19-E2969D8A1A1D}" destId="{141BDD0A-D428-4076-9D70-6EAA20CAD3E6}" srcOrd="0" destOrd="0" presId="urn:microsoft.com/office/officeart/2008/layout/VerticalCurvedList"/>
    <dgm:cxn modelId="{049437E6-C739-4F5F-981C-786909508ADC}" type="presParOf" srcId="{241EF07B-AAEB-49AB-B876-9412E79430FF}" destId="{7979688E-29AF-4556-9E1C-06C8022D80DD}" srcOrd="7" destOrd="0" presId="urn:microsoft.com/office/officeart/2008/layout/VerticalCurvedList"/>
    <dgm:cxn modelId="{F2B23CD0-82E8-4DB5-9470-AB2096626F9A}" type="presParOf" srcId="{241EF07B-AAEB-49AB-B876-9412E79430FF}" destId="{92A6A231-FD54-4784-B4E2-7B914CA1FF8C}" srcOrd="8" destOrd="0" presId="urn:microsoft.com/office/officeart/2008/layout/VerticalCurvedList"/>
    <dgm:cxn modelId="{B8DBD3A2-E2AC-4802-B89D-2C6664FC3CC1}" type="presParOf" srcId="{92A6A231-FD54-4784-B4E2-7B914CA1FF8C}" destId="{41D1E9FA-687E-4DFE-B027-387D733F5957}" srcOrd="0" destOrd="0" presId="urn:microsoft.com/office/officeart/2008/layout/VerticalCurvedList"/>
    <dgm:cxn modelId="{BD05280D-F5FA-4D11-8501-205A513C8ED4}" type="presParOf" srcId="{241EF07B-AAEB-49AB-B876-9412E79430FF}" destId="{E4591AC2-F8EA-4758-A37E-154B87CCD4BC}" srcOrd="9" destOrd="0" presId="urn:microsoft.com/office/officeart/2008/layout/VerticalCurvedList"/>
    <dgm:cxn modelId="{591499B2-14F6-4ECD-92D8-82CA0BEA1D8C}" type="presParOf" srcId="{241EF07B-AAEB-49AB-B876-9412E79430FF}" destId="{931E59F4-94DE-4165-8036-1E6425A535AD}" srcOrd="10" destOrd="0" presId="urn:microsoft.com/office/officeart/2008/layout/VerticalCurvedList"/>
    <dgm:cxn modelId="{0723EC86-2078-437B-9313-E0E9FC1BBC7E}" type="presParOf" srcId="{931E59F4-94DE-4165-8036-1E6425A535AD}" destId="{07DD323C-E6C2-4D92-9A1A-31EC4F7AA40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436055-9BAE-494F-8EE5-C286937CCE59}" type="doc">
      <dgm:prSet loTypeId="urn:microsoft.com/office/officeart/2008/layout/VerticalCurvedList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2029872-9441-4C50-919C-54BBCD6CF8FF}">
      <dgm:prSet phldrT="[Text]"/>
      <dgm:spPr/>
      <dgm:t>
        <a:bodyPr/>
        <a:lstStyle/>
        <a:p>
          <a:r>
            <a:rPr lang="en-IN" dirty="0"/>
            <a:t>Audio Input</a:t>
          </a:r>
        </a:p>
      </dgm:t>
    </dgm:pt>
    <dgm:pt modelId="{095F9B5F-165C-42C5-8FFC-8F09C1383FAB}" type="parTrans" cxnId="{731F39C0-E34F-4194-A821-6409D73D4399}">
      <dgm:prSet/>
      <dgm:spPr/>
      <dgm:t>
        <a:bodyPr/>
        <a:lstStyle/>
        <a:p>
          <a:endParaRPr lang="en-IN"/>
        </a:p>
      </dgm:t>
    </dgm:pt>
    <dgm:pt modelId="{A07370E7-0A46-4F02-A171-867F69C34378}" type="sibTrans" cxnId="{731F39C0-E34F-4194-A821-6409D73D4399}">
      <dgm:prSet/>
      <dgm:spPr/>
      <dgm:t>
        <a:bodyPr/>
        <a:lstStyle/>
        <a:p>
          <a:endParaRPr lang="en-IN"/>
        </a:p>
      </dgm:t>
    </dgm:pt>
    <dgm:pt modelId="{66726B71-429C-43AD-85D8-61FEBB4D2C7D}">
      <dgm:prSet/>
      <dgm:spPr/>
      <dgm:t>
        <a:bodyPr/>
        <a:lstStyle/>
        <a:p>
          <a:r>
            <a:rPr lang="en-IN" dirty="0"/>
            <a:t>Preprocessing</a:t>
          </a:r>
        </a:p>
      </dgm:t>
    </dgm:pt>
    <dgm:pt modelId="{0B805A68-4EC2-4E96-BAAA-8815218E8668}" type="parTrans" cxnId="{67B2146D-E18E-469A-A864-7DC1B1BC091F}">
      <dgm:prSet/>
      <dgm:spPr/>
      <dgm:t>
        <a:bodyPr/>
        <a:lstStyle/>
        <a:p>
          <a:endParaRPr lang="en-IN"/>
        </a:p>
      </dgm:t>
    </dgm:pt>
    <dgm:pt modelId="{E2EF0727-211A-4F39-97BB-4F6260148457}" type="sibTrans" cxnId="{67B2146D-E18E-469A-A864-7DC1B1BC091F}">
      <dgm:prSet/>
      <dgm:spPr/>
      <dgm:t>
        <a:bodyPr/>
        <a:lstStyle/>
        <a:p>
          <a:endParaRPr lang="en-IN"/>
        </a:p>
      </dgm:t>
    </dgm:pt>
    <dgm:pt modelId="{5B69E15A-0A10-44E3-B2B5-733969B34A6C}">
      <dgm:prSet/>
      <dgm:spPr/>
      <dgm:t>
        <a:bodyPr/>
        <a:lstStyle/>
        <a:p>
          <a:r>
            <a:rPr lang="en-IN" dirty="0"/>
            <a:t>ASR (Whisper)</a:t>
          </a:r>
        </a:p>
      </dgm:t>
    </dgm:pt>
    <dgm:pt modelId="{8EC9D180-12E3-41B9-AD98-E24614650055}" type="parTrans" cxnId="{27F1FBDF-BC75-454F-9C3A-D71DC4718B2C}">
      <dgm:prSet/>
      <dgm:spPr/>
      <dgm:t>
        <a:bodyPr/>
        <a:lstStyle/>
        <a:p>
          <a:endParaRPr lang="en-IN"/>
        </a:p>
      </dgm:t>
    </dgm:pt>
    <dgm:pt modelId="{F5156528-2001-4EA7-A988-F47B596D8927}" type="sibTrans" cxnId="{27F1FBDF-BC75-454F-9C3A-D71DC4718B2C}">
      <dgm:prSet/>
      <dgm:spPr/>
      <dgm:t>
        <a:bodyPr/>
        <a:lstStyle/>
        <a:p>
          <a:endParaRPr lang="en-IN"/>
        </a:p>
      </dgm:t>
    </dgm:pt>
    <dgm:pt modelId="{9CE14921-7CCF-489E-8D7E-522C39982D85}">
      <dgm:prSet/>
      <dgm:spPr/>
      <dgm:t>
        <a:bodyPr/>
        <a:lstStyle/>
        <a:p>
          <a:r>
            <a:rPr lang="en-IN" dirty="0"/>
            <a:t>Segmentation</a:t>
          </a:r>
        </a:p>
      </dgm:t>
    </dgm:pt>
    <dgm:pt modelId="{AEB1A706-313E-4357-B5C1-385C1B0140B0}" type="parTrans" cxnId="{F91BD807-6610-4D21-AAE2-45B5B17BFF23}">
      <dgm:prSet/>
      <dgm:spPr/>
      <dgm:t>
        <a:bodyPr/>
        <a:lstStyle/>
        <a:p>
          <a:endParaRPr lang="en-IN"/>
        </a:p>
      </dgm:t>
    </dgm:pt>
    <dgm:pt modelId="{130890B2-4A03-4821-9D46-F7FC905D1D46}" type="sibTrans" cxnId="{F91BD807-6610-4D21-AAE2-45B5B17BFF23}">
      <dgm:prSet/>
      <dgm:spPr/>
      <dgm:t>
        <a:bodyPr/>
        <a:lstStyle/>
        <a:p>
          <a:endParaRPr lang="en-IN"/>
        </a:p>
      </dgm:t>
    </dgm:pt>
    <dgm:pt modelId="{6171F4E8-0F08-4339-8467-4D0A7DEABB89}">
      <dgm:prSet/>
      <dgm:spPr/>
      <dgm:t>
        <a:bodyPr/>
        <a:lstStyle/>
        <a:p>
          <a:r>
            <a:rPr lang="en-IN"/>
            <a:t>NLP Analysis:  Keywords | Sentiment | Emotion</a:t>
          </a:r>
          <a:endParaRPr lang="en-IN" dirty="0"/>
        </a:p>
      </dgm:t>
    </dgm:pt>
    <dgm:pt modelId="{F1D3069B-9CA5-49F2-952C-C99F64231CA7}" type="parTrans" cxnId="{B6CDC408-7F3C-4863-9AC5-1AF1B8F614F3}">
      <dgm:prSet/>
      <dgm:spPr/>
      <dgm:t>
        <a:bodyPr/>
        <a:lstStyle/>
        <a:p>
          <a:endParaRPr lang="en-IN"/>
        </a:p>
      </dgm:t>
    </dgm:pt>
    <dgm:pt modelId="{97588B42-1B6F-4BE8-B945-CDF253FC67E4}" type="sibTrans" cxnId="{B6CDC408-7F3C-4863-9AC5-1AF1B8F614F3}">
      <dgm:prSet/>
      <dgm:spPr/>
      <dgm:t>
        <a:bodyPr/>
        <a:lstStyle/>
        <a:p>
          <a:endParaRPr lang="en-IN"/>
        </a:p>
      </dgm:t>
    </dgm:pt>
    <dgm:pt modelId="{6FDB478D-2C27-4BF6-84C4-C073295D0293}">
      <dgm:prSet/>
      <dgm:spPr/>
      <dgm:t>
        <a:bodyPr/>
        <a:lstStyle/>
        <a:p>
          <a:r>
            <a:rPr lang="en-IN"/>
            <a:t>Visualization: Dashboards &amp; Charts</a:t>
          </a:r>
          <a:endParaRPr lang="en-IN" dirty="0"/>
        </a:p>
      </dgm:t>
    </dgm:pt>
    <dgm:pt modelId="{D35B9E5F-55BA-4073-819F-B9C5A1E031C6}" type="parTrans" cxnId="{8C5A74F3-BBCE-4F22-8ED5-D7820822C8C9}">
      <dgm:prSet/>
      <dgm:spPr/>
      <dgm:t>
        <a:bodyPr/>
        <a:lstStyle/>
        <a:p>
          <a:endParaRPr lang="en-IN"/>
        </a:p>
      </dgm:t>
    </dgm:pt>
    <dgm:pt modelId="{EA3A266F-7254-48D8-A1C3-F0C0CACEF289}" type="sibTrans" cxnId="{8C5A74F3-BBCE-4F22-8ED5-D7820822C8C9}">
      <dgm:prSet/>
      <dgm:spPr/>
      <dgm:t>
        <a:bodyPr/>
        <a:lstStyle/>
        <a:p>
          <a:endParaRPr lang="en-IN"/>
        </a:p>
      </dgm:t>
    </dgm:pt>
    <dgm:pt modelId="{5C819CD7-F75E-46E5-968E-F93F22CDDEA3}">
      <dgm:prSet/>
      <dgm:spPr/>
      <dgm:t>
        <a:bodyPr/>
        <a:lstStyle/>
        <a:p>
          <a:r>
            <a:rPr lang="en-IN"/>
            <a:t>Recruiter Decision: Hire / Hold / Reject</a:t>
          </a:r>
          <a:endParaRPr lang="en-IN" dirty="0"/>
        </a:p>
      </dgm:t>
    </dgm:pt>
    <dgm:pt modelId="{376620CA-B029-40C3-8743-A1D9E7B26FDC}" type="parTrans" cxnId="{37FEFC6A-91D2-4D81-AB41-EDE18F84B0B2}">
      <dgm:prSet/>
      <dgm:spPr/>
      <dgm:t>
        <a:bodyPr/>
        <a:lstStyle/>
        <a:p>
          <a:endParaRPr lang="en-IN"/>
        </a:p>
      </dgm:t>
    </dgm:pt>
    <dgm:pt modelId="{B77E3394-9852-4839-BB73-F05439D1DDD2}" type="sibTrans" cxnId="{37FEFC6A-91D2-4D81-AB41-EDE18F84B0B2}">
      <dgm:prSet/>
      <dgm:spPr/>
      <dgm:t>
        <a:bodyPr/>
        <a:lstStyle/>
        <a:p>
          <a:endParaRPr lang="en-IN"/>
        </a:p>
      </dgm:t>
    </dgm:pt>
    <dgm:pt modelId="{441B04AC-BE93-46D9-BEB8-59B18F637A28}">
      <dgm:prSet/>
      <dgm:spPr/>
      <dgm:t>
        <a:bodyPr/>
        <a:lstStyle/>
        <a:p>
          <a:r>
            <a:rPr lang="en-US"/>
            <a:t>Whisper converts audio into timestamped text</a:t>
          </a:r>
          <a:endParaRPr lang="en-IN"/>
        </a:p>
      </dgm:t>
    </dgm:pt>
    <dgm:pt modelId="{0BA7D459-40B0-4B2C-B240-FC32C9D8335B}" type="parTrans" cxnId="{DC564639-0DEE-4800-86B0-18F6778D88BC}">
      <dgm:prSet/>
      <dgm:spPr/>
      <dgm:t>
        <a:bodyPr/>
        <a:lstStyle/>
        <a:p>
          <a:endParaRPr lang="en-IN"/>
        </a:p>
      </dgm:t>
    </dgm:pt>
    <dgm:pt modelId="{8717425C-BF6B-43F7-B878-86BDC19381B3}" type="sibTrans" cxnId="{DC564639-0DEE-4800-86B0-18F6778D88BC}">
      <dgm:prSet/>
      <dgm:spPr/>
      <dgm:t>
        <a:bodyPr/>
        <a:lstStyle/>
        <a:p>
          <a:endParaRPr lang="en-IN"/>
        </a:p>
      </dgm:t>
    </dgm:pt>
    <dgm:pt modelId="{520D2D5B-001E-48A3-A341-F79054C13D44}">
      <dgm:prSet/>
      <dgm:spPr/>
      <dgm:t>
        <a:bodyPr/>
        <a:lstStyle/>
        <a:p>
          <a:r>
            <a:rPr lang="en-US"/>
            <a:t>Noise handling and audio standardization</a:t>
          </a:r>
          <a:endParaRPr lang="en-IN"/>
        </a:p>
      </dgm:t>
    </dgm:pt>
    <dgm:pt modelId="{A258CBF0-FB80-4EC5-929B-067433CCC0C5}" type="parTrans" cxnId="{B4E7F95D-B116-4759-860E-0C7140E196C4}">
      <dgm:prSet/>
      <dgm:spPr/>
      <dgm:t>
        <a:bodyPr/>
        <a:lstStyle/>
        <a:p>
          <a:endParaRPr lang="en-IN"/>
        </a:p>
      </dgm:t>
    </dgm:pt>
    <dgm:pt modelId="{ED23E1D2-5074-4771-9B6C-4CE00560981E}" type="sibTrans" cxnId="{B4E7F95D-B116-4759-860E-0C7140E196C4}">
      <dgm:prSet/>
      <dgm:spPr/>
      <dgm:t>
        <a:bodyPr/>
        <a:lstStyle/>
        <a:p>
          <a:endParaRPr lang="en-IN"/>
        </a:p>
      </dgm:t>
    </dgm:pt>
    <dgm:pt modelId="{956C8593-609D-4A02-90C7-1DB36B9F0B7D}">
      <dgm:prSet/>
      <dgm:spPr/>
      <dgm:t>
        <a:bodyPr/>
        <a:lstStyle/>
        <a:p>
          <a:r>
            <a:rPr lang="en-US" dirty="0"/>
            <a:t>Interview or meeting audio file is provided by the user</a:t>
          </a:r>
          <a:endParaRPr lang="en-IN" dirty="0"/>
        </a:p>
      </dgm:t>
    </dgm:pt>
    <dgm:pt modelId="{F7DDB060-D433-4E4A-87BB-AF1085B18D09}" type="parTrans" cxnId="{E8F7A23F-3444-4F52-964C-02460CC5922B}">
      <dgm:prSet/>
      <dgm:spPr/>
      <dgm:t>
        <a:bodyPr/>
        <a:lstStyle/>
        <a:p>
          <a:endParaRPr lang="en-IN"/>
        </a:p>
      </dgm:t>
    </dgm:pt>
    <dgm:pt modelId="{CC6C5709-F3B3-46FB-9F88-FAC6DE744B62}" type="sibTrans" cxnId="{E8F7A23F-3444-4F52-964C-02460CC5922B}">
      <dgm:prSet/>
      <dgm:spPr/>
      <dgm:t>
        <a:bodyPr/>
        <a:lstStyle/>
        <a:p>
          <a:endParaRPr lang="en-IN"/>
        </a:p>
      </dgm:t>
    </dgm:pt>
    <dgm:pt modelId="{0C6D845A-AEC6-41FE-9689-7E1148B42AE5}">
      <dgm:prSet/>
      <dgm:spPr/>
      <dgm:t>
        <a:bodyPr/>
        <a:lstStyle/>
        <a:p>
          <a:r>
            <a:rPr lang="en-US"/>
            <a:t>Conversation divided into logical speech segments</a:t>
          </a:r>
          <a:endParaRPr lang="en-IN"/>
        </a:p>
      </dgm:t>
    </dgm:pt>
    <dgm:pt modelId="{53E6D2FD-EDF3-492A-9B7C-5DD0FBBEADB9}" type="parTrans" cxnId="{54F8B59A-8047-4121-B461-3206DC9488CB}">
      <dgm:prSet/>
      <dgm:spPr/>
      <dgm:t>
        <a:bodyPr/>
        <a:lstStyle/>
        <a:p>
          <a:endParaRPr lang="en-IN"/>
        </a:p>
      </dgm:t>
    </dgm:pt>
    <dgm:pt modelId="{8FCAA180-1469-4460-8401-8523C0AFB775}" type="sibTrans" cxnId="{54F8B59A-8047-4121-B461-3206DC9488CB}">
      <dgm:prSet/>
      <dgm:spPr/>
      <dgm:t>
        <a:bodyPr/>
        <a:lstStyle/>
        <a:p>
          <a:endParaRPr lang="en-IN"/>
        </a:p>
      </dgm:t>
    </dgm:pt>
    <dgm:pt modelId="{C45F31E1-A6F8-46EE-907E-17C885372AE2}">
      <dgm:prSet/>
      <dgm:spPr/>
      <dgm:t>
        <a:bodyPr/>
        <a:lstStyle/>
        <a:p>
          <a:r>
            <a:rPr lang="en-US"/>
            <a:t> Keywords, sentiment, and emotion extracted</a:t>
          </a:r>
          <a:endParaRPr lang="en-IN"/>
        </a:p>
      </dgm:t>
    </dgm:pt>
    <dgm:pt modelId="{A9C2A657-AB74-48B1-A003-4CA2FC88A1FC}" type="parTrans" cxnId="{B0194C9E-BFDD-458A-8E42-FA5E432B026F}">
      <dgm:prSet/>
      <dgm:spPr/>
      <dgm:t>
        <a:bodyPr/>
        <a:lstStyle/>
        <a:p>
          <a:endParaRPr lang="en-IN"/>
        </a:p>
      </dgm:t>
    </dgm:pt>
    <dgm:pt modelId="{98A78521-5111-46ED-B536-B62CC908D465}" type="sibTrans" cxnId="{B0194C9E-BFDD-458A-8E42-FA5E432B026F}">
      <dgm:prSet/>
      <dgm:spPr/>
      <dgm:t>
        <a:bodyPr/>
        <a:lstStyle/>
        <a:p>
          <a:endParaRPr lang="en-IN"/>
        </a:p>
      </dgm:t>
    </dgm:pt>
    <dgm:pt modelId="{F8AEFD6C-ECF8-4C33-86DE-CE4528316B0F}">
      <dgm:prSet/>
      <dgm:spPr/>
      <dgm:t>
        <a:bodyPr/>
        <a:lstStyle/>
        <a:p>
          <a:r>
            <a:rPr lang="en-US"/>
            <a:t>Interactive charts and dashboards generated</a:t>
          </a:r>
          <a:endParaRPr lang="en-IN"/>
        </a:p>
      </dgm:t>
    </dgm:pt>
    <dgm:pt modelId="{888B2324-F721-45CE-8985-67C72D58E26E}" type="parTrans" cxnId="{D9FDC6F8-3B94-47A9-B7A1-D39D7C5E3EFB}">
      <dgm:prSet/>
      <dgm:spPr/>
      <dgm:t>
        <a:bodyPr/>
        <a:lstStyle/>
        <a:p>
          <a:endParaRPr lang="en-IN"/>
        </a:p>
      </dgm:t>
    </dgm:pt>
    <dgm:pt modelId="{6A05851B-8251-4D1E-BC13-F5CAD1E5EC81}" type="sibTrans" cxnId="{D9FDC6F8-3B94-47A9-B7A1-D39D7C5E3EFB}">
      <dgm:prSet/>
      <dgm:spPr/>
      <dgm:t>
        <a:bodyPr/>
        <a:lstStyle/>
        <a:p>
          <a:endParaRPr lang="en-IN"/>
        </a:p>
      </dgm:t>
    </dgm:pt>
    <dgm:pt modelId="{D70FA217-9F0A-4A3B-B912-6A7717D62671}">
      <dgm:prSet/>
      <dgm:spPr/>
      <dgm:t>
        <a:bodyPr/>
        <a:lstStyle/>
        <a:p>
          <a:r>
            <a:rPr lang="en-US"/>
            <a:t>Automated recruiter recommendation (Hire / Hold / Reject)</a:t>
          </a:r>
          <a:endParaRPr lang="en-IN"/>
        </a:p>
      </dgm:t>
    </dgm:pt>
    <dgm:pt modelId="{2BE73223-990E-402F-92F2-9F418EB48DD8}" type="parTrans" cxnId="{A0FAD477-3E5F-4237-AFA7-C4FA356B62F6}">
      <dgm:prSet/>
      <dgm:spPr/>
      <dgm:t>
        <a:bodyPr/>
        <a:lstStyle/>
        <a:p>
          <a:endParaRPr lang="en-IN"/>
        </a:p>
      </dgm:t>
    </dgm:pt>
    <dgm:pt modelId="{06433F5D-BBDA-41BE-B610-BF7603A1AE02}" type="sibTrans" cxnId="{A0FAD477-3E5F-4237-AFA7-C4FA356B62F6}">
      <dgm:prSet/>
      <dgm:spPr/>
      <dgm:t>
        <a:bodyPr/>
        <a:lstStyle/>
        <a:p>
          <a:endParaRPr lang="en-IN"/>
        </a:p>
      </dgm:t>
    </dgm:pt>
    <dgm:pt modelId="{E1EE4DDB-4920-4423-83C0-2C44E6A72659}" type="pres">
      <dgm:prSet presAssocID="{8F436055-9BAE-494F-8EE5-C286937CCE59}" presName="Name0" presStyleCnt="0">
        <dgm:presLayoutVars>
          <dgm:chMax val="7"/>
          <dgm:chPref val="7"/>
          <dgm:dir/>
        </dgm:presLayoutVars>
      </dgm:prSet>
      <dgm:spPr/>
    </dgm:pt>
    <dgm:pt modelId="{D2D2C742-EC9F-46B5-B962-F9BBE670C5B2}" type="pres">
      <dgm:prSet presAssocID="{8F436055-9BAE-494F-8EE5-C286937CCE59}" presName="Name1" presStyleCnt="0"/>
      <dgm:spPr/>
    </dgm:pt>
    <dgm:pt modelId="{D9F4A967-C396-40E4-B6A6-04BCD79C4763}" type="pres">
      <dgm:prSet presAssocID="{8F436055-9BAE-494F-8EE5-C286937CCE59}" presName="cycle" presStyleCnt="0"/>
      <dgm:spPr/>
    </dgm:pt>
    <dgm:pt modelId="{DA98EE92-B56C-4DB2-A1E8-D61983AF4725}" type="pres">
      <dgm:prSet presAssocID="{8F436055-9BAE-494F-8EE5-C286937CCE59}" presName="srcNode" presStyleLbl="node1" presStyleIdx="0" presStyleCnt="7"/>
      <dgm:spPr/>
    </dgm:pt>
    <dgm:pt modelId="{5361AF17-DD85-47F3-8A4F-3AEAC7362D8D}" type="pres">
      <dgm:prSet presAssocID="{8F436055-9BAE-494F-8EE5-C286937CCE59}" presName="conn" presStyleLbl="parChTrans1D2" presStyleIdx="0" presStyleCnt="1"/>
      <dgm:spPr/>
    </dgm:pt>
    <dgm:pt modelId="{F21FAD10-2D99-4BA0-9A6B-5586993026B3}" type="pres">
      <dgm:prSet presAssocID="{8F436055-9BAE-494F-8EE5-C286937CCE59}" presName="extraNode" presStyleLbl="node1" presStyleIdx="0" presStyleCnt="7"/>
      <dgm:spPr/>
    </dgm:pt>
    <dgm:pt modelId="{16EB67C1-8192-4B95-9E41-AC0D26CB12FD}" type="pres">
      <dgm:prSet presAssocID="{8F436055-9BAE-494F-8EE5-C286937CCE59}" presName="dstNode" presStyleLbl="node1" presStyleIdx="0" presStyleCnt="7"/>
      <dgm:spPr/>
    </dgm:pt>
    <dgm:pt modelId="{056FD80C-B924-4B94-822F-25E616E76DA7}" type="pres">
      <dgm:prSet presAssocID="{62029872-9441-4C50-919C-54BBCD6CF8FF}" presName="text_1" presStyleLbl="node1" presStyleIdx="0" presStyleCnt="7">
        <dgm:presLayoutVars>
          <dgm:bulletEnabled val="1"/>
        </dgm:presLayoutVars>
      </dgm:prSet>
      <dgm:spPr/>
    </dgm:pt>
    <dgm:pt modelId="{D633AC1F-66C4-464A-9235-E4143FCC3DC5}" type="pres">
      <dgm:prSet presAssocID="{62029872-9441-4C50-919C-54BBCD6CF8FF}" presName="accent_1" presStyleCnt="0"/>
      <dgm:spPr/>
    </dgm:pt>
    <dgm:pt modelId="{36B82C47-F398-4D42-BEA1-FAB6E4D7308B}" type="pres">
      <dgm:prSet presAssocID="{62029872-9441-4C50-919C-54BBCD6CF8FF}" presName="accentRepeatNode" presStyleLbl="solidFgAcc1" presStyleIdx="0" presStyleCnt="7"/>
      <dgm:spPr/>
    </dgm:pt>
    <dgm:pt modelId="{AECC3300-59FB-48DB-9513-30F97C391CA1}" type="pres">
      <dgm:prSet presAssocID="{66726B71-429C-43AD-85D8-61FEBB4D2C7D}" presName="text_2" presStyleLbl="node1" presStyleIdx="1" presStyleCnt="7">
        <dgm:presLayoutVars>
          <dgm:bulletEnabled val="1"/>
        </dgm:presLayoutVars>
      </dgm:prSet>
      <dgm:spPr/>
    </dgm:pt>
    <dgm:pt modelId="{C44E6D5F-E60E-4FEF-94C8-723E18DD0CB1}" type="pres">
      <dgm:prSet presAssocID="{66726B71-429C-43AD-85D8-61FEBB4D2C7D}" presName="accent_2" presStyleCnt="0"/>
      <dgm:spPr/>
    </dgm:pt>
    <dgm:pt modelId="{F2C9B409-5E1A-475A-BEDA-F83A551D7098}" type="pres">
      <dgm:prSet presAssocID="{66726B71-429C-43AD-85D8-61FEBB4D2C7D}" presName="accentRepeatNode" presStyleLbl="solidFgAcc1" presStyleIdx="1" presStyleCnt="7"/>
      <dgm:spPr/>
    </dgm:pt>
    <dgm:pt modelId="{BE02ACFB-468B-4B15-9EA7-E80C9D8D9EB7}" type="pres">
      <dgm:prSet presAssocID="{5B69E15A-0A10-44E3-B2B5-733969B34A6C}" presName="text_3" presStyleLbl="node1" presStyleIdx="2" presStyleCnt="7">
        <dgm:presLayoutVars>
          <dgm:bulletEnabled val="1"/>
        </dgm:presLayoutVars>
      </dgm:prSet>
      <dgm:spPr/>
    </dgm:pt>
    <dgm:pt modelId="{7DE92B73-7303-47CD-935E-9C616EBCD54A}" type="pres">
      <dgm:prSet presAssocID="{5B69E15A-0A10-44E3-B2B5-733969B34A6C}" presName="accent_3" presStyleCnt="0"/>
      <dgm:spPr/>
    </dgm:pt>
    <dgm:pt modelId="{2CEDFC85-361D-45E5-999A-98CC3A4183EB}" type="pres">
      <dgm:prSet presAssocID="{5B69E15A-0A10-44E3-B2B5-733969B34A6C}" presName="accentRepeatNode" presStyleLbl="solidFgAcc1" presStyleIdx="2" presStyleCnt="7"/>
      <dgm:spPr/>
    </dgm:pt>
    <dgm:pt modelId="{C2C0B1BC-4972-44A2-83CC-C683C68938F7}" type="pres">
      <dgm:prSet presAssocID="{9CE14921-7CCF-489E-8D7E-522C39982D85}" presName="text_4" presStyleLbl="node1" presStyleIdx="3" presStyleCnt="7">
        <dgm:presLayoutVars>
          <dgm:bulletEnabled val="1"/>
        </dgm:presLayoutVars>
      </dgm:prSet>
      <dgm:spPr/>
    </dgm:pt>
    <dgm:pt modelId="{B448AA25-CD86-4636-862F-249767321529}" type="pres">
      <dgm:prSet presAssocID="{9CE14921-7CCF-489E-8D7E-522C39982D85}" presName="accent_4" presStyleCnt="0"/>
      <dgm:spPr/>
    </dgm:pt>
    <dgm:pt modelId="{3B82C8D5-B364-45AA-804A-023C83C75364}" type="pres">
      <dgm:prSet presAssocID="{9CE14921-7CCF-489E-8D7E-522C39982D85}" presName="accentRepeatNode" presStyleLbl="solidFgAcc1" presStyleIdx="3" presStyleCnt="7"/>
      <dgm:spPr/>
    </dgm:pt>
    <dgm:pt modelId="{A1540ACB-A510-4E97-A5E1-1B0F6DF70702}" type="pres">
      <dgm:prSet presAssocID="{6171F4E8-0F08-4339-8467-4D0A7DEABB89}" presName="text_5" presStyleLbl="node1" presStyleIdx="4" presStyleCnt="7">
        <dgm:presLayoutVars>
          <dgm:bulletEnabled val="1"/>
        </dgm:presLayoutVars>
      </dgm:prSet>
      <dgm:spPr/>
    </dgm:pt>
    <dgm:pt modelId="{A0CE7F56-D633-44D2-9CD7-AAEB353852E5}" type="pres">
      <dgm:prSet presAssocID="{6171F4E8-0F08-4339-8467-4D0A7DEABB89}" presName="accent_5" presStyleCnt="0"/>
      <dgm:spPr/>
    </dgm:pt>
    <dgm:pt modelId="{7F7BC143-8FD8-45FE-A369-33EB078D3226}" type="pres">
      <dgm:prSet presAssocID="{6171F4E8-0F08-4339-8467-4D0A7DEABB89}" presName="accentRepeatNode" presStyleLbl="solidFgAcc1" presStyleIdx="4" presStyleCnt="7"/>
      <dgm:spPr/>
    </dgm:pt>
    <dgm:pt modelId="{2742F77E-86CA-4486-8E13-FC8580EA36DF}" type="pres">
      <dgm:prSet presAssocID="{6FDB478D-2C27-4BF6-84C4-C073295D0293}" presName="text_6" presStyleLbl="node1" presStyleIdx="5" presStyleCnt="7">
        <dgm:presLayoutVars>
          <dgm:bulletEnabled val="1"/>
        </dgm:presLayoutVars>
      </dgm:prSet>
      <dgm:spPr/>
    </dgm:pt>
    <dgm:pt modelId="{FBA5443F-4518-4033-BC6A-FFC565A47614}" type="pres">
      <dgm:prSet presAssocID="{6FDB478D-2C27-4BF6-84C4-C073295D0293}" presName="accent_6" presStyleCnt="0"/>
      <dgm:spPr/>
    </dgm:pt>
    <dgm:pt modelId="{3EE580F8-C3F1-4279-B45E-F7237639CB35}" type="pres">
      <dgm:prSet presAssocID="{6FDB478D-2C27-4BF6-84C4-C073295D0293}" presName="accentRepeatNode" presStyleLbl="solidFgAcc1" presStyleIdx="5" presStyleCnt="7"/>
      <dgm:spPr/>
    </dgm:pt>
    <dgm:pt modelId="{7F77F62C-04D2-4F35-B0D8-16A181A5909C}" type="pres">
      <dgm:prSet presAssocID="{5C819CD7-F75E-46E5-968E-F93F22CDDEA3}" presName="text_7" presStyleLbl="node1" presStyleIdx="6" presStyleCnt="7">
        <dgm:presLayoutVars>
          <dgm:bulletEnabled val="1"/>
        </dgm:presLayoutVars>
      </dgm:prSet>
      <dgm:spPr/>
    </dgm:pt>
    <dgm:pt modelId="{715A3FE6-C6A3-4CF6-85C9-3D807D824C6C}" type="pres">
      <dgm:prSet presAssocID="{5C819CD7-F75E-46E5-968E-F93F22CDDEA3}" presName="accent_7" presStyleCnt="0"/>
      <dgm:spPr/>
    </dgm:pt>
    <dgm:pt modelId="{4F1C9EA0-6DD5-42ED-9416-786A0305F41A}" type="pres">
      <dgm:prSet presAssocID="{5C819CD7-F75E-46E5-968E-F93F22CDDEA3}" presName="accentRepeatNode" presStyleLbl="solidFgAcc1" presStyleIdx="6" presStyleCnt="7"/>
      <dgm:spPr/>
    </dgm:pt>
  </dgm:ptLst>
  <dgm:cxnLst>
    <dgm:cxn modelId="{F91BD807-6610-4D21-AAE2-45B5B17BFF23}" srcId="{8F436055-9BAE-494F-8EE5-C286937CCE59}" destId="{9CE14921-7CCF-489E-8D7E-522C39982D85}" srcOrd="3" destOrd="0" parTransId="{AEB1A706-313E-4357-B5C1-385C1B0140B0}" sibTransId="{130890B2-4A03-4821-9D46-F7FC905D1D46}"/>
    <dgm:cxn modelId="{B6CDC408-7F3C-4863-9AC5-1AF1B8F614F3}" srcId="{8F436055-9BAE-494F-8EE5-C286937CCE59}" destId="{6171F4E8-0F08-4339-8467-4D0A7DEABB89}" srcOrd="4" destOrd="0" parTransId="{F1D3069B-9CA5-49F2-952C-C99F64231CA7}" sibTransId="{97588B42-1B6F-4BE8-B945-CDF253FC67E4}"/>
    <dgm:cxn modelId="{B9907918-B883-43DB-8FC9-8680097BF477}" type="presOf" srcId="{0C6D845A-AEC6-41FE-9689-7E1148B42AE5}" destId="{C2C0B1BC-4972-44A2-83CC-C683C68938F7}" srcOrd="0" destOrd="1" presId="urn:microsoft.com/office/officeart/2008/layout/VerticalCurvedList"/>
    <dgm:cxn modelId="{8510522C-3D9B-4D88-A0BA-15CCAFADD8CB}" type="presOf" srcId="{62029872-9441-4C50-919C-54BBCD6CF8FF}" destId="{056FD80C-B924-4B94-822F-25E616E76DA7}" srcOrd="0" destOrd="0" presId="urn:microsoft.com/office/officeart/2008/layout/VerticalCurvedList"/>
    <dgm:cxn modelId="{DC564639-0DEE-4800-86B0-18F6778D88BC}" srcId="{5B69E15A-0A10-44E3-B2B5-733969B34A6C}" destId="{441B04AC-BE93-46D9-BEB8-59B18F637A28}" srcOrd="0" destOrd="0" parTransId="{0BA7D459-40B0-4B2C-B240-FC32C9D8335B}" sibTransId="{8717425C-BF6B-43F7-B878-86BDC19381B3}"/>
    <dgm:cxn modelId="{E8F7A23F-3444-4F52-964C-02460CC5922B}" srcId="{62029872-9441-4C50-919C-54BBCD6CF8FF}" destId="{956C8593-609D-4A02-90C7-1DB36B9F0B7D}" srcOrd="0" destOrd="0" parTransId="{F7DDB060-D433-4E4A-87BB-AF1085B18D09}" sibTransId="{CC6C5709-F3B3-46FB-9F88-FAC6DE744B62}"/>
    <dgm:cxn modelId="{B4E7F95D-B116-4759-860E-0C7140E196C4}" srcId="{66726B71-429C-43AD-85D8-61FEBB4D2C7D}" destId="{520D2D5B-001E-48A3-A341-F79054C13D44}" srcOrd="0" destOrd="0" parTransId="{A258CBF0-FB80-4EC5-929B-067433CCC0C5}" sibTransId="{ED23E1D2-5074-4771-9B6C-4CE00560981E}"/>
    <dgm:cxn modelId="{15AA015E-46E0-479A-BC33-3F67BB5096B4}" type="presOf" srcId="{956C8593-609D-4A02-90C7-1DB36B9F0B7D}" destId="{056FD80C-B924-4B94-822F-25E616E76DA7}" srcOrd="0" destOrd="1" presId="urn:microsoft.com/office/officeart/2008/layout/VerticalCurvedList"/>
    <dgm:cxn modelId="{37FEFC6A-91D2-4D81-AB41-EDE18F84B0B2}" srcId="{8F436055-9BAE-494F-8EE5-C286937CCE59}" destId="{5C819CD7-F75E-46E5-968E-F93F22CDDEA3}" srcOrd="6" destOrd="0" parTransId="{376620CA-B029-40C3-8743-A1D9E7B26FDC}" sibTransId="{B77E3394-9852-4839-BB73-F05439D1DDD2}"/>
    <dgm:cxn modelId="{67B2146D-E18E-469A-A864-7DC1B1BC091F}" srcId="{8F436055-9BAE-494F-8EE5-C286937CCE59}" destId="{66726B71-429C-43AD-85D8-61FEBB4D2C7D}" srcOrd="1" destOrd="0" parTransId="{0B805A68-4EC2-4E96-BAAA-8815218E8668}" sibTransId="{E2EF0727-211A-4F39-97BB-4F6260148457}"/>
    <dgm:cxn modelId="{8E2C0C6F-F0A0-4E17-B915-41788472185D}" type="presOf" srcId="{441B04AC-BE93-46D9-BEB8-59B18F637A28}" destId="{BE02ACFB-468B-4B15-9EA7-E80C9D8D9EB7}" srcOrd="0" destOrd="1" presId="urn:microsoft.com/office/officeart/2008/layout/VerticalCurvedList"/>
    <dgm:cxn modelId="{50981350-7BC5-4047-A9FB-3B2335AC8995}" type="presOf" srcId="{C45F31E1-A6F8-46EE-907E-17C885372AE2}" destId="{A1540ACB-A510-4E97-A5E1-1B0F6DF70702}" srcOrd="0" destOrd="1" presId="urn:microsoft.com/office/officeart/2008/layout/VerticalCurvedList"/>
    <dgm:cxn modelId="{B2356A51-2EC6-443D-B201-8DCB80175B48}" type="presOf" srcId="{9CE14921-7CCF-489E-8D7E-522C39982D85}" destId="{C2C0B1BC-4972-44A2-83CC-C683C68938F7}" srcOrd="0" destOrd="0" presId="urn:microsoft.com/office/officeart/2008/layout/VerticalCurvedList"/>
    <dgm:cxn modelId="{A0FAD477-3E5F-4237-AFA7-C4FA356B62F6}" srcId="{5C819CD7-F75E-46E5-968E-F93F22CDDEA3}" destId="{D70FA217-9F0A-4A3B-B912-6A7717D62671}" srcOrd="0" destOrd="0" parTransId="{2BE73223-990E-402F-92F2-9F418EB48DD8}" sibTransId="{06433F5D-BBDA-41BE-B610-BF7603A1AE02}"/>
    <dgm:cxn modelId="{804FF183-B018-418F-8D1D-824CF953F5D8}" type="presOf" srcId="{66726B71-429C-43AD-85D8-61FEBB4D2C7D}" destId="{AECC3300-59FB-48DB-9513-30F97C391CA1}" srcOrd="0" destOrd="0" presId="urn:microsoft.com/office/officeart/2008/layout/VerticalCurvedList"/>
    <dgm:cxn modelId="{87538884-F7A1-4004-AFD1-C93297D92842}" type="presOf" srcId="{CC6C5709-F3B3-46FB-9F88-FAC6DE744B62}" destId="{5361AF17-DD85-47F3-8A4F-3AEAC7362D8D}" srcOrd="0" destOrd="0" presId="urn:microsoft.com/office/officeart/2008/layout/VerticalCurvedList"/>
    <dgm:cxn modelId="{2AB11794-B1AF-4E4B-B0F1-3AFFB41582A2}" type="presOf" srcId="{5B69E15A-0A10-44E3-B2B5-733969B34A6C}" destId="{BE02ACFB-468B-4B15-9EA7-E80C9D8D9EB7}" srcOrd="0" destOrd="0" presId="urn:microsoft.com/office/officeart/2008/layout/VerticalCurvedList"/>
    <dgm:cxn modelId="{54F8B59A-8047-4121-B461-3206DC9488CB}" srcId="{9CE14921-7CCF-489E-8D7E-522C39982D85}" destId="{0C6D845A-AEC6-41FE-9689-7E1148B42AE5}" srcOrd="0" destOrd="0" parTransId="{53E6D2FD-EDF3-492A-9B7C-5DD0FBBEADB9}" sibTransId="{8FCAA180-1469-4460-8401-8523C0AFB775}"/>
    <dgm:cxn modelId="{B0194C9E-BFDD-458A-8E42-FA5E432B026F}" srcId="{6171F4E8-0F08-4339-8467-4D0A7DEABB89}" destId="{C45F31E1-A6F8-46EE-907E-17C885372AE2}" srcOrd="0" destOrd="0" parTransId="{A9C2A657-AB74-48B1-A003-4CA2FC88A1FC}" sibTransId="{98A78521-5111-46ED-B536-B62CC908D465}"/>
    <dgm:cxn modelId="{479A27A2-3AFA-48E7-AF72-4AADB4D537D8}" type="presOf" srcId="{6FDB478D-2C27-4BF6-84C4-C073295D0293}" destId="{2742F77E-86CA-4486-8E13-FC8580EA36DF}" srcOrd="0" destOrd="0" presId="urn:microsoft.com/office/officeart/2008/layout/VerticalCurvedList"/>
    <dgm:cxn modelId="{3182FAB2-1C49-434F-BEAA-7CF211D281BA}" type="presOf" srcId="{6171F4E8-0F08-4339-8467-4D0A7DEABB89}" destId="{A1540ACB-A510-4E97-A5E1-1B0F6DF70702}" srcOrd="0" destOrd="0" presId="urn:microsoft.com/office/officeart/2008/layout/VerticalCurvedList"/>
    <dgm:cxn modelId="{731F39C0-E34F-4194-A821-6409D73D4399}" srcId="{8F436055-9BAE-494F-8EE5-C286937CCE59}" destId="{62029872-9441-4C50-919C-54BBCD6CF8FF}" srcOrd="0" destOrd="0" parTransId="{095F9B5F-165C-42C5-8FFC-8F09C1383FAB}" sibTransId="{A07370E7-0A46-4F02-A171-867F69C34378}"/>
    <dgm:cxn modelId="{1D3C25CA-6924-4245-8CFB-9EA1D64792B9}" type="presOf" srcId="{520D2D5B-001E-48A3-A341-F79054C13D44}" destId="{AECC3300-59FB-48DB-9513-30F97C391CA1}" srcOrd="0" destOrd="1" presId="urn:microsoft.com/office/officeart/2008/layout/VerticalCurvedList"/>
    <dgm:cxn modelId="{D2B893DC-84A7-4F59-82DF-E69AC8678EBC}" type="presOf" srcId="{D70FA217-9F0A-4A3B-B912-6A7717D62671}" destId="{7F77F62C-04D2-4F35-B0D8-16A181A5909C}" srcOrd="0" destOrd="1" presId="urn:microsoft.com/office/officeart/2008/layout/VerticalCurvedList"/>
    <dgm:cxn modelId="{27F1FBDF-BC75-454F-9C3A-D71DC4718B2C}" srcId="{8F436055-9BAE-494F-8EE5-C286937CCE59}" destId="{5B69E15A-0A10-44E3-B2B5-733969B34A6C}" srcOrd="2" destOrd="0" parTransId="{8EC9D180-12E3-41B9-AD98-E24614650055}" sibTransId="{F5156528-2001-4EA7-A988-F47B596D8927}"/>
    <dgm:cxn modelId="{CAA883E5-C84E-45F8-B395-EC2FF15EA69E}" type="presOf" srcId="{8F436055-9BAE-494F-8EE5-C286937CCE59}" destId="{E1EE4DDB-4920-4423-83C0-2C44E6A72659}" srcOrd="0" destOrd="0" presId="urn:microsoft.com/office/officeart/2008/layout/VerticalCurvedList"/>
    <dgm:cxn modelId="{8C5A74F3-BBCE-4F22-8ED5-D7820822C8C9}" srcId="{8F436055-9BAE-494F-8EE5-C286937CCE59}" destId="{6FDB478D-2C27-4BF6-84C4-C073295D0293}" srcOrd="5" destOrd="0" parTransId="{D35B9E5F-55BA-4073-819F-B9C5A1E031C6}" sibTransId="{EA3A266F-7254-48D8-A1C3-F0C0CACEF289}"/>
    <dgm:cxn modelId="{3F51C3F6-4A5C-414C-A43E-1A49D9C6CF0F}" type="presOf" srcId="{F8AEFD6C-ECF8-4C33-86DE-CE4528316B0F}" destId="{2742F77E-86CA-4486-8E13-FC8580EA36DF}" srcOrd="0" destOrd="1" presId="urn:microsoft.com/office/officeart/2008/layout/VerticalCurvedList"/>
    <dgm:cxn modelId="{D9FDC6F8-3B94-47A9-B7A1-D39D7C5E3EFB}" srcId="{6FDB478D-2C27-4BF6-84C4-C073295D0293}" destId="{F8AEFD6C-ECF8-4C33-86DE-CE4528316B0F}" srcOrd="0" destOrd="0" parTransId="{888B2324-F721-45CE-8985-67C72D58E26E}" sibTransId="{6A05851B-8251-4D1E-BC13-F5CAD1E5EC81}"/>
    <dgm:cxn modelId="{32DDF6FD-6853-48E3-A3EB-FF579E28DA4B}" type="presOf" srcId="{5C819CD7-F75E-46E5-968E-F93F22CDDEA3}" destId="{7F77F62C-04D2-4F35-B0D8-16A181A5909C}" srcOrd="0" destOrd="0" presId="urn:microsoft.com/office/officeart/2008/layout/VerticalCurvedList"/>
    <dgm:cxn modelId="{B9FDA0AD-4160-487F-9D21-2FEA53D5DF0A}" type="presParOf" srcId="{E1EE4DDB-4920-4423-83C0-2C44E6A72659}" destId="{D2D2C742-EC9F-46B5-B962-F9BBE670C5B2}" srcOrd="0" destOrd="0" presId="urn:microsoft.com/office/officeart/2008/layout/VerticalCurvedList"/>
    <dgm:cxn modelId="{7BCEDB9C-F7BE-4421-837A-D769FF2BA1EA}" type="presParOf" srcId="{D2D2C742-EC9F-46B5-B962-F9BBE670C5B2}" destId="{D9F4A967-C396-40E4-B6A6-04BCD79C4763}" srcOrd="0" destOrd="0" presId="urn:microsoft.com/office/officeart/2008/layout/VerticalCurvedList"/>
    <dgm:cxn modelId="{61692F02-4F99-4931-9869-C26C823DE2B5}" type="presParOf" srcId="{D9F4A967-C396-40E4-B6A6-04BCD79C4763}" destId="{DA98EE92-B56C-4DB2-A1E8-D61983AF4725}" srcOrd="0" destOrd="0" presId="urn:microsoft.com/office/officeart/2008/layout/VerticalCurvedList"/>
    <dgm:cxn modelId="{69F88337-D1C0-404B-830B-9183062764AB}" type="presParOf" srcId="{D9F4A967-C396-40E4-B6A6-04BCD79C4763}" destId="{5361AF17-DD85-47F3-8A4F-3AEAC7362D8D}" srcOrd="1" destOrd="0" presId="urn:microsoft.com/office/officeart/2008/layout/VerticalCurvedList"/>
    <dgm:cxn modelId="{F5A220A1-610F-4A02-ABCB-7C695F6FA5A9}" type="presParOf" srcId="{D9F4A967-C396-40E4-B6A6-04BCD79C4763}" destId="{F21FAD10-2D99-4BA0-9A6B-5586993026B3}" srcOrd="2" destOrd="0" presId="urn:microsoft.com/office/officeart/2008/layout/VerticalCurvedList"/>
    <dgm:cxn modelId="{EEC592D7-EA35-4048-9CC9-C7B5632E6111}" type="presParOf" srcId="{D9F4A967-C396-40E4-B6A6-04BCD79C4763}" destId="{16EB67C1-8192-4B95-9E41-AC0D26CB12FD}" srcOrd="3" destOrd="0" presId="urn:microsoft.com/office/officeart/2008/layout/VerticalCurvedList"/>
    <dgm:cxn modelId="{0B556103-55A5-4FAA-9480-7EB066AB8C0B}" type="presParOf" srcId="{D2D2C742-EC9F-46B5-B962-F9BBE670C5B2}" destId="{056FD80C-B924-4B94-822F-25E616E76DA7}" srcOrd="1" destOrd="0" presId="urn:microsoft.com/office/officeart/2008/layout/VerticalCurvedList"/>
    <dgm:cxn modelId="{A4B51684-F831-4718-8748-D4FD162EC8FC}" type="presParOf" srcId="{D2D2C742-EC9F-46B5-B962-F9BBE670C5B2}" destId="{D633AC1F-66C4-464A-9235-E4143FCC3DC5}" srcOrd="2" destOrd="0" presId="urn:microsoft.com/office/officeart/2008/layout/VerticalCurvedList"/>
    <dgm:cxn modelId="{09DEB29F-8C30-4301-9746-C40A96638E22}" type="presParOf" srcId="{D633AC1F-66C4-464A-9235-E4143FCC3DC5}" destId="{36B82C47-F398-4D42-BEA1-FAB6E4D7308B}" srcOrd="0" destOrd="0" presId="urn:microsoft.com/office/officeart/2008/layout/VerticalCurvedList"/>
    <dgm:cxn modelId="{A755C519-26BC-494C-ACB7-83FCD9A6C3F1}" type="presParOf" srcId="{D2D2C742-EC9F-46B5-B962-F9BBE670C5B2}" destId="{AECC3300-59FB-48DB-9513-30F97C391CA1}" srcOrd="3" destOrd="0" presId="urn:microsoft.com/office/officeart/2008/layout/VerticalCurvedList"/>
    <dgm:cxn modelId="{37B07728-553A-4100-BED1-BE3175F67487}" type="presParOf" srcId="{D2D2C742-EC9F-46B5-B962-F9BBE670C5B2}" destId="{C44E6D5F-E60E-4FEF-94C8-723E18DD0CB1}" srcOrd="4" destOrd="0" presId="urn:microsoft.com/office/officeart/2008/layout/VerticalCurvedList"/>
    <dgm:cxn modelId="{C3F5A7D1-1221-489D-BE17-1BE19D23C85E}" type="presParOf" srcId="{C44E6D5F-E60E-4FEF-94C8-723E18DD0CB1}" destId="{F2C9B409-5E1A-475A-BEDA-F83A551D7098}" srcOrd="0" destOrd="0" presId="urn:microsoft.com/office/officeart/2008/layout/VerticalCurvedList"/>
    <dgm:cxn modelId="{31EB8738-18C1-444B-B97F-D70422CCB65D}" type="presParOf" srcId="{D2D2C742-EC9F-46B5-B962-F9BBE670C5B2}" destId="{BE02ACFB-468B-4B15-9EA7-E80C9D8D9EB7}" srcOrd="5" destOrd="0" presId="urn:microsoft.com/office/officeart/2008/layout/VerticalCurvedList"/>
    <dgm:cxn modelId="{277D234C-7A94-43EA-AA1B-62BBEEBD742C}" type="presParOf" srcId="{D2D2C742-EC9F-46B5-B962-F9BBE670C5B2}" destId="{7DE92B73-7303-47CD-935E-9C616EBCD54A}" srcOrd="6" destOrd="0" presId="urn:microsoft.com/office/officeart/2008/layout/VerticalCurvedList"/>
    <dgm:cxn modelId="{32BB7645-D368-4CB6-9410-B9A615633B1F}" type="presParOf" srcId="{7DE92B73-7303-47CD-935E-9C616EBCD54A}" destId="{2CEDFC85-361D-45E5-999A-98CC3A4183EB}" srcOrd="0" destOrd="0" presId="urn:microsoft.com/office/officeart/2008/layout/VerticalCurvedList"/>
    <dgm:cxn modelId="{EA70D9A2-70B4-4F06-A1A8-B23109AEEE4D}" type="presParOf" srcId="{D2D2C742-EC9F-46B5-B962-F9BBE670C5B2}" destId="{C2C0B1BC-4972-44A2-83CC-C683C68938F7}" srcOrd="7" destOrd="0" presId="urn:microsoft.com/office/officeart/2008/layout/VerticalCurvedList"/>
    <dgm:cxn modelId="{196DF9B3-28FD-43FD-9BD4-2EEEFCFC5CF2}" type="presParOf" srcId="{D2D2C742-EC9F-46B5-B962-F9BBE670C5B2}" destId="{B448AA25-CD86-4636-862F-249767321529}" srcOrd="8" destOrd="0" presId="urn:microsoft.com/office/officeart/2008/layout/VerticalCurvedList"/>
    <dgm:cxn modelId="{697E43A5-59F3-49EA-AEDF-EAE7EA5EF014}" type="presParOf" srcId="{B448AA25-CD86-4636-862F-249767321529}" destId="{3B82C8D5-B364-45AA-804A-023C83C75364}" srcOrd="0" destOrd="0" presId="urn:microsoft.com/office/officeart/2008/layout/VerticalCurvedList"/>
    <dgm:cxn modelId="{15490512-153C-40F1-8DC5-61C6602444E6}" type="presParOf" srcId="{D2D2C742-EC9F-46B5-B962-F9BBE670C5B2}" destId="{A1540ACB-A510-4E97-A5E1-1B0F6DF70702}" srcOrd="9" destOrd="0" presId="urn:microsoft.com/office/officeart/2008/layout/VerticalCurvedList"/>
    <dgm:cxn modelId="{604C03DF-2D70-4C36-9E4B-10D54A28A7F9}" type="presParOf" srcId="{D2D2C742-EC9F-46B5-B962-F9BBE670C5B2}" destId="{A0CE7F56-D633-44D2-9CD7-AAEB353852E5}" srcOrd="10" destOrd="0" presId="urn:microsoft.com/office/officeart/2008/layout/VerticalCurvedList"/>
    <dgm:cxn modelId="{3DCB1692-B0C1-449C-9784-43345944D4A1}" type="presParOf" srcId="{A0CE7F56-D633-44D2-9CD7-AAEB353852E5}" destId="{7F7BC143-8FD8-45FE-A369-33EB078D3226}" srcOrd="0" destOrd="0" presId="urn:microsoft.com/office/officeart/2008/layout/VerticalCurvedList"/>
    <dgm:cxn modelId="{5EA1E9BC-3254-4643-95A4-4FC89B862171}" type="presParOf" srcId="{D2D2C742-EC9F-46B5-B962-F9BBE670C5B2}" destId="{2742F77E-86CA-4486-8E13-FC8580EA36DF}" srcOrd="11" destOrd="0" presId="urn:microsoft.com/office/officeart/2008/layout/VerticalCurvedList"/>
    <dgm:cxn modelId="{E16FD3A4-A2E7-4BA6-A46E-5CEF282D8339}" type="presParOf" srcId="{D2D2C742-EC9F-46B5-B962-F9BBE670C5B2}" destId="{FBA5443F-4518-4033-BC6A-FFC565A47614}" srcOrd="12" destOrd="0" presId="urn:microsoft.com/office/officeart/2008/layout/VerticalCurvedList"/>
    <dgm:cxn modelId="{EC5E24A4-E08D-432B-850B-65F41F42B31C}" type="presParOf" srcId="{FBA5443F-4518-4033-BC6A-FFC565A47614}" destId="{3EE580F8-C3F1-4279-B45E-F7237639CB35}" srcOrd="0" destOrd="0" presId="urn:microsoft.com/office/officeart/2008/layout/VerticalCurvedList"/>
    <dgm:cxn modelId="{B29B8D9C-62F0-47B5-8F0A-B0A993026C0E}" type="presParOf" srcId="{D2D2C742-EC9F-46B5-B962-F9BBE670C5B2}" destId="{7F77F62C-04D2-4F35-B0D8-16A181A5909C}" srcOrd="13" destOrd="0" presId="urn:microsoft.com/office/officeart/2008/layout/VerticalCurvedList"/>
    <dgm:cxn modelId="{2DA3F192-0C15-4C80-BA05-843ADD89DEFC}" type="presParOf" srcId="{D2D2C742-EC9F-46B5-B962-F9BBE670C5B2}" destId="{715A3FE6-C6A3-4CF6-85C9-3D807D824C6C}" srcOrd="14" destOrd="0" presId="urn:microsoft.com/office/officeart/2008/layout/VerticalCurvedList"/>
    <dgm:cxn modelId="{E7A6B309-EC9F-4E3D-83AF-521DD3F783C7}" type="presParOf" srcId="{715A3FE6-C6A3-4CF6-85C9-3D807D824C6C}" destId="{4F1C9EA0-6DD5-42ED-9416-786A0305F41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C60EF6-8162-4E8F-B3EF-FF5F07380DC4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527B36D-4495-4272-A73F-AB3191B3BE5D}">
      <dgm:prSet/>
      <dgm:spPr/>
      <dgm:t>
        <a:bodyPr/>
        <a:lstStyle/>
        <a:p>
          <a:pPr>
            <a:buNone/>
          </a:pPr>
          <a:r>
            <a:rPr lang="en-IN" b="1" dirty="0"/>
            <a:t>Audio Preprocessing</a:t>
          </a:r>
          <a:endParaRPr lang="en-IN" dirty="0"/>
        </a:p>
      </dgm:t>
    </dgm:pt>
    <dgm:pt modelId="{67450626-9601-4645-AFDF-4577FA94DFBD}" type="parTrans" cxnId="{23F50361-DF13-4B9C-92B7-59FB82F186AF}">
      <dgm:prSet/>
      <dgm:spPr/>
      <dgm:t>
        <a:bodyPr/>
        <a:lstStyle/>
        <a:p>
          <a:endParaRPr lang="en-IN"/>
        </a:p>
      </dgm:t>
    </dgm:pt>
    <dgm:pt modelId="{FCEECECE-17DC-42DF-923D-9A5DA8F40F85}" type="sibTrans" cxnId="{23F50361-DF13-4B9C-92B7-59FB82F186AF}">
      <dgm:prSet/>
      <dgm:spPr/>
      <dgm:t>
        <a:bodyPr/>
        <a:lstStyle/>
        <a:p>
          <a:endParaRPr lang="en-IN"/>
        </a:p>
      </dgm:t>
    </dgm:pt>
    <dgm:pt modelId="{4AD1CC59-7F74-4BBE-A61B-A8143E1CE7C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Format standardization (WAV, sampling rate).</a:t>
          </a:r>
          <a:endParaRPr lang="en-IN" dirty="0"/>
        </a:p>
      </dgm:t>
    </dgm:pt>
    <dgm:pt modelId="{3DA130E6-FE1F-40C1-B83E-29BD08FFB599}" type="parTrans" cxnId="{C9D87D70-C070-4BB2-A222-9517607F39E2}">
      <dgm:prSet/>
      <dgm:spPr/>
      <dgm:t>
        <a:bodyPr/>
        <a:lstStyle/>
        <a:p>
          <a:endParaRPr lang="en-IN"/>
        </a:p>
      </dgm:t>
    </dgm:pt>
    <dgm:pt modelId="{C386C4AA-EB69-4D8F-A2E5-7153C3435420}" type="sibTrans" cxnId="{C9D87D70-C070-4BB2-A222-9517607F39E2}">
      <dgm:prSet/>
      <dgm:spPr/>
      <dgm:t>
        <a:bodyPr/>
        <a:lstStyle/>
        <a:p>
          <a:endParaRPr lang="en-IN"/>
        </a:p>
      </dgm:t>
    </dgm:pt>
    <dgm:pt modelId="{49FFE21A-143E-41FE-9424-627BF7FE21D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Noise handling and normalization.</a:t>
          </a:r>
        </a:p>
      </dgm:t>
    </dgm:pt>
    <dgm:pt modelId="{02638F80-32BB-4A6B-A53E-80514C61490D}" type="parTrans" cxnId="{CC1D95E8-37FD-4C87-A391-9DD3C62C774F}">
      <dgm:prSet/>
      <dgm:spPr/>
      <dgm:t>
        <a:bodyPr/>
        <a:lstStyle/>
        <a:p>
          <a:endParaRPr lang="en-IN"/>
        </a:p>
      </dgm:t>
    </dgm:pt>
    <dgm:pt modelId="{1CACA957-8C6F-41EA-90C4-DA518D18F209}" type="sibTrans" cxnId="{CC1D95E8-37FD-4C87-A391-9DD3C62C774F}">
      <dgm:prSet/>
      <dgm:spPr/>
      <dgm:t>
        <a:bodyPr/>
        <a:lstStyle/>
        <a:p>
          <a:endParaRPr lang="en-IN"/>
        </a:p>
      </dgm:t>
    </dgm:pt>
    <dgm:pt modelId="{1DD3BB72-9663-4A2A-9D05-CB7AFB523533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Ensures consistent input quality for ASR models.</a:t>
          </a:r>
        </a:p>
      </dgm:t>
    </dgm:pt>
    <dgm:pt modelId="{766DB302-6A09-4F05-B07A-F049C224CC22}" type="parTrans" cxnId="{2B507C83-29F3-4B93-B147-07089F596B47}">
      <dgm:prSet/>
      <dgm:spPr/>
      <dgm:t>
        <a:bodyPr/>
        <a:lstStyle/>
        <a:p>
          <a:endParaRPr lang="en-IN"/>
        </a:p>
      </dgm:t>
    </dgm:pt>
    <dgm:pt modelId="{870C2A3E-CA31-4ED1-A210-8FDD6A3E1E74}" type="sibTrans" cxnId="{2B507C83-29F3-4B93-B147-07089F596B47}">
      <dgm:prSet/>
      <dgm:spPr/>
      <dgm:t>
        <a:bodyPr/>
        <a:lstStyle/>
        <a:p>
          <a:endParaRPr lang="en-IN"/>
        </a:p>
      </dgm:t>
    </dgm:pt>
    <dgm:pt modelId="{2948AC07-B699-4774-923D-C0F2CED2643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Improves transcription accuracy across varying audio conditions.</a:t>
          </a:r>
        </a:p>
      </dgm:t>
    </dgm:pt>
    <dgm:pt modelId="{5F03927B-99BA-4654-A39A-8047361404E3}" type="parTrans" cxnId="{9CE5629D-3C1B-452B-8120-083FC03DB39E}">
      <dgm:prSet/>
      <dgm:spPr/>
      <dgm:t>
        <a:bodyPr/>
        <a:lstStyle/>
        <a:p>
          <a:endParaRPr lang="en-IN"/>
        </a:p>
      </dgm:t>
    </dgm:pt>
    <dgm:pt modelId="{C0D5C813-ED7E-49FF-8849-291E86578320}" type="sibTrans" cxnId="{9CE5629D-3C1B-452B-8120-083FC03DB39E}">
      <dgm:prSet/>
      <dgm:spPr/>
      <dgm:t>
        <a:bodyPr/>
        <a:lstStyle/>
        <a:p>
          <a:endParaRPr lang="en-IN"/>
        </a:p>
      </dgm:t>
    </dgm:pt>
    <dgm:pt modelId="{F43D2E25-93C4-484B-9A1C-E5AA178CF543}" type="pres">
      <dgm:prSet presAssocID="{DEC60EF6-8162-4E8F-B3EF-FF5F07380DC4}" presName="linear" presStyleCnt="0">
        <dgm:presLayoutVars>
          <dgm:dir/>
          <dgm:animLvl val="lvl"/>
          <dgm:resizeHandles val="exact"/>
        </dgm:presLayoutVars>
      </dgm:prSet>
      <dgm:spPr/>
    </dgm:pt>
    <dgm:pt modelId="{3AC4B9B2-984F-4E95-B7AA-CB03A119F89B}" type="pres">
      <dgm:prSet presAssocID="{E527B36D-4495-4272-A73F-AB3191B3BE5D}" presName="parentLin" presStyleCnt="0"/>
      <dgm:spPr/>
    </dgm:pt>
    <dgm:pt modelId="{566B2D47-9346-4593-9CE2-3AA65F377766}" type="pres">
      <dgm:prSet presAssocID="{E527B36D-4495-4272-A73F-AB3191B3BE5D}" presName="parentLeftMargin" presStyleLbl="node1" presStyleIdx="0" presStyleCnt="1"/>
      <dgm:spPr/>
    </dgm:pt>
    <dgm:pt modelId="{66E0DC37-9334-4182-A1FD-590D2800FE67}" type="pres">
      <dgm:prSet presAssocID="{E527B36D-4495-4272-A73F-AB3191B3BE5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33C1787-1B14-4D23-91C9-06BC4E06D34F}" type="pres">
      <dgm:prSet presAssocID="{E527B36D-4495-4272-A73F-AB3191B3BE5D}" presName="negativeSpace" presStyleCnt="0"/>
      <dgm:spPr/>
    </dgm:pt>
    <dgm:pt modelId="{B1D5848D-45B0-4743-AB8B-440E4348D8CB}" type="pres">
      <dgm:prSet presAssocID="{E527B36D-4495-4272-A73F-AB3191B3BE5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FF0FF10-D8D1-4F35-BF96-C626BC9BA147}" type="presOf" srcId="{49FFE21A-143E-41FE-9424-627BF7FE21D2}" destId="{B1D5848D-45B0-4743-AB8B-440E4348D8CB}" srcOrd="0" destOrd="1" presId="urn:microsoft.com/office/officeart/2005/8/layout/list1"/>
    <dgm:cxn modelId="{BCED115C-AF13-4C81-AB69-AAF929C6712E}" type="presOf" srcId="{1DD3BB72-9663-4A2A-9D05-CB7AFB523533}" destId="{B1D5848D-45B0-4743-AB8B-440E4348D8CB}" srcOrd="0" destOrd="2" presId="urn:microsoft.com/office/officeart/2005/8/layout/list1"/>
    <dgm:cxn modelId="{23F50361-DF13-4B9C-92B7-59FB82F186AF}" srcId="{DEC60EF6-8162-4E8F-B3EF-FF5F07380DC4}" destId="{E527B36D-4495-4272-A73F-AB3191B3BE5D}" srcOrd="0" destOrd="0" parTransId="{67450626-9601-4645-AFDF-4577FA94DFBD}" sibTransId="{FCEECECE-17DC-42DF-923D-9A5DA8F40F85}"/>
    <dgm:cxn modelId="{A555D049-4394-4101-B108-482F1F5F9597}" type="presOf" srcId="{E527B36D-4495-4272-A73F-AB3191B3BE5D}" destId="{566B2D47-9346-4593-9CE2-3AA65F377766}" srcOrd="0" destOrd="0" presId="urn:microsoft.com/office/officeart/2005/8/layout/list1"/>
    <dgm:cxn modelId="{4DA64D6B-AD6B-4446-8A08-593A9BEAD481}" type="presOf" srcId="{DEC60EF6-8162-4E8F-B3EF-FF5F07380DC4}" destId="{F43D2E25-93C4-484B-9A1C-E5AA178CF543}" srcOrd="0" destOrd="0" presId="urn:microsoft.com/office/officeart/2005/8/layout/list1"/>
    <dgm:cxn modelId="{C9D87D70-C070-4BB2-A222-9517607F39E2}" srcId="{E527B36D-4495-4272-A73F-AB3191B3BE5D}" destId="{4AD1CC59-7F74-4BBE-A61B-A8143E1CE7C5}" srcOrd="0" destOrd="0" parTransId="{3DA130E6-FE1F-40C1-B83E-29BD08FFB599}" sibTransId="{C386C4AA-EB69-4D8F-A2E5-7153C3435420}"/>
    <dgm:cxn modelId="{D9349F50-35E1-4814-A2AB-9CB595A70AC9}" type="presOf" srcId="{4AD1CC59-7F74-4BBE-A61B-A8143E1CE7C5}" destId="{B1D5848D-45B0-4743-AB8B-440E4348D8CB}" srcOrd="0" destOrd="0" presId="urn:microsoft.com/office/officeart/2005/8/layout/list1"/>
    <dgm:cxn modelId="{2B507C83-29F3-4B93-B147-07089F596B47}" srcId="{E527B36D-4495-4272-A73F-AB3191B3BE5D}" destId="{1DD3BB72-9663-4A2A-9D05-CB7AFB523533}" srcOrd="2" destOrd="0" parTransId="{766DB302-6A09-4F05-B07A-F049C224CC22}" sibTransId="{870C2A3E-CA31-4ED1-A210-8FDD6A3E1E74}"/>
    <dgm:cxn modelId="{4AC59E92-517D-40EF-9C57-D17E97E87B97}" type="presOf" srcId="{2948AC07-B699-4774-923D-C0F2CED26434}" destId="{B1D5848D-45B0-4743-AB8B-440E4348D8CB}" srcOrd="0" destOrd="3" presId="urn:microsoft.com/office/officeart/2005/8/layout/list1"/>
    <dgm:cxn modelId="{9CE5629D-3C1B-452B-8120-083FC03DB39E}" srcId="{E527B36D-4495-4272-A73F-AB3191B3BE5D}" destId="{2948AC07-B699-4774-923D-C0F2CED26434}" srcOrd="3" destOrd="0" parTransId="{5F03927B-99BA-4654-A39A-8047361404E3}" sibTransId="{C0D5C813-ED7E-49FF-8849-291E86578320}"/>
    <dgm:cxn modelId="{A3E9B8D6-30BD-4C75-B9EE-C1F99B1E51D2}" type="presOf" srcId="{E527B36D-4495-4272-A73F-AB3191B3BE5D}" destId="{66E0DC37-9334-4182-A1FD-590D2800FE67}" srcOrd="1" destOrd="0" presId="urn:microsoft.com/office/officeart/2005/8/layout/list1"/>
    <dgm:cxn modelId="{CC1D95E8-37FD-4C87-A391-9DD3C62C774F}" srcId="{E527B36D-4495-4272-A73F-AB3191B3BE5D}" destId="{49FFE21A-143E-41FE-9424-627BF7FE21D2}" srcOrd="1" destOrd="0" parTransId="{02638F80-32BB-4A6B-A53E-80514C61490D}" sibTransId="{1CACA957-8C6F-41EA-90C4-DA518D18F209}"/>
    <dgm:cxn modelId="{A54623D3-241C-4A55-BF36-F4C6D1EF3DB2}" type="presParOf" srcId="{F43D2E25-93C4-484B-9A1C-E5AA178CF543}" destId="{3AC4B9B2-984F-4E95-B7AA-CB03A119F89B}" srcOrd="0" destOrd="0" presId="urn:microsoft.com/office/officeart/2005/8/layout/list1"/>
    <dgm:cxn modelId="{4C6A246A-C6D1-4496-A44F-419C7957FADD}" type="presParOf" srcId="{3AC4B9B2-984F-4E95-B7AA-CB03A119F89B}" destId="{566B2D47-9346-4593-9CE2-3AA65F377766}" srcOrd="0" destOrd="0" presId="urn:microsoft.com/office/officeart/2005/8/layout/list1"/>
    <dgm:cxn modelId="{A884F001-568F-4584-9661-860456FF7712}" type="presParOf" srcId="{3AC4B9B2-984F-4E95-B7AA-CB03A119F89B}" destId="{66E0DC37-9334-4182-A1FD-590D2800FE67}" srcOrd="1" destOrd="0" presId="urn:microsoft.com/office/officeart/2005/8/layout/list1"/>
    <dgm:cxn modelId="{6D45ADB7-B7B0-4E8C-A2E7-AFCA7A1669E1}" type="presParOf" srcId="{F43D2E25-93C4-484B-9A1C-E5AA178CF543}" destId="{433C1787-1B14-4D23-91C9-06BC4E06D34F}" srcOrd="1" destOrd="0" presId="urn:microsoft.com/office/officeart/2005/8/layout/list1"/>
    <dgm:cxn modelId="{4E7EF5AA-01B2-4FEF-9EE8-8C5064B59443}" type="presParOf" srcId="{F43D2E25-93C4-484B-9A1C-E5AA178CF543}" destId="{B1D5848D-45B0-4743-AB8B-440E4348D8C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16FF57-9A49-474D-9BD2-8B73D0B3C5FE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8B88FB1-1394-485F-8EF7-8AB907516764}">
      <dgm:prSet phldrT="[Text]" phldr="0"/>
      <dgm:spPr/>
      <dgm:t>
        <a:bodyPr/>
        <a:lstStyle/>
        <a:p>
          <a:r>
            <a:rPr lang="en-US" dirty="0"/>
            <a:t>Automatic Speech Recognition(ASR)</a:t>
          </a:r>
          <a:endParaRPr lang="en-IN" dirty="0"/>
        </a:p>
      </dgm:t>
    </dgm:pt>
    <dgm:pt modelId="{5AB60110-8379-42CE-811D-B12A2EE488C9}" type="parTrans" cxnId="{3762C0F9-DF32-408A-96CD-136BF74AD19F}">
      <dgm:prSet/>
      <dgm:spPr/>
      <dgm:t>
        <a:bodyPr/>
        <a:lstStyle/>
        <a:p>
          <a:endParaRPr lang="en-IN"/>
        </a:p>
      </dgm:t>
    </dgm:pt>
    <dgm:pt modelId="{43435219-7852-4D9B-911E-A04FF04548E5}" type="sibTrans" cxnId="{3762C0F9-DF32-408A-96CD-136BF74AD19F}">
      <dgm:prSet/>
      <dgm:spPr/>
      <dgm:t>
        <a:bodyPr/>
        <a:lstStyle/>
        <a:p>
          <a:endParaRPr lang="en-IN"/>
        </a:p>
      </dgm:t>
    </dgm:pt>
    <dgm:pt modelId="{BA24B073-6E9D-4F11-B039-AB768E904CE3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Produces timestamped transcripts.</a:t>
          </a:r>
        </a:p>
      </dgm:t>
    </dgm:pt>
    <dgm:pt modelId="{AAF24416-0E47-4E29-BD13-7C957D270A0D}" type="parTrans" cxnId="{A94096EC-EC1E-4C22-99BA-667064081BF0}">
      <dgm:prSet/>
      <dgm:spPr/>
      <dgm:t>
        <a:bodyPr/>
        <a:lstStyle/>
        <a:p>
          <a:endParaRPr lang="en-IN"/>
        </a:p>
      </dgm:t>
    </dgm:pt>
    <dgm:pt modelId="{CFC1CA09-EF09-45C1-BCFF-9FCA601320E6}" type="sibTrans" cxnId="{A94096EC-EC1E-4C22-99BA-667064081BF0}">
      <dgm:prSet/>
      <dgm:spPr/>
      <dgm:t>
        <a:bodyPr/>
        <a:lstStyle/>
        <a:p>
          <a:endParaRPr lang="en-IN"/>
        </a:p>
      </dgm:t>
    </dgm:pt>
    <dgm:pt modelId="{0ACA7667-7342-40DB-BDE5-25955C038609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Suitable for HR interviews and professional meetings.</a:t>
          </a:r>
        </a:p>
      </dgm:t>
    </dgm:pt>
    <dgm:pt modelId="{4E7AB347-8607-4282-8BC1-CA9694805309}" type="parTrans" cxnId="{14C0FD9F-BB7D-48F3-9AB8-1A35BC895581}">
      <dgm:prSet/>
      <dgm:spPr/>
      <dgm:t>
        <a:bodyPr/>
        <a:lstStyle/>
        <a:p>
          <a:endParaRPr lang="en-IN"/>
        </a:p>
      </dgm:t>
    </dgm:pt>
    <dgm:pt modelId="{0D219ED1-3FBD-48DF-A85A-5092BACBA1ED}" type="sibTrans" cxnId="{14C0FD9F-BB7D-48F3-9AB8-1A35BC895581}">
      <dgm:prSet/>
      <dgm:spPr/>
      <dgm:t>
        <a:bodyPr/>
        <a:lstStyle/>
        <a:p>
          <a:endParaRPr lang="en-IN"/>
        </a:p>
      </dgm:t>
    </dgm:pt>
    <dgm:pt modelId="{126D68D1-7282-4344-9FF7-FB21DFF08A3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Handles accents, conversational tone, and background noise.</a:t>
          </a:r>
        </a:p>
      </dgm:t>
    </dgm:pt>
    <dgm:pt modelId="{F800BA84-7C7D-46EE-BFED-C9930286411B}" type="parTrans" cxnId="{EB48E825-EDCA-4DE7-B04B-8ED2F0810BEA}">
      <dgm:prSet/>
      <dgm:spPr/>
      <dgm:t>
        <a:bodyPr/>
        <a:lstStyle/>
        <a:p>
          <a:endParaRPr lang="en-IN"/>
        </a:p>
      </dgm:t>
    </dgm:pt>
    <dgm:pt modelId="{732FFDA0-27DC-4B52-886C-C97A642CC144}" type="sibTrans" cxnId="{EB48E825-EDCA-4DE7-B04B-8ED2F0810BEA}">
      <dgm:prSet/>
      <dgm:spPr/>
      <dgm:t>
        <a:bodyPr/>
        <a:lstStyle/>
        <a:p>
          <a:endParaRPr lang="en-IN"/>
        </a:p>
      </dgm:t>
    </dgm:pt>
    <dgm:pt modelId="{26CDC66A-235C-4E5B-90EE-A2505A31393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b="1" dirty="0"/>
            <a:t>Model:</a:t>
          </a:r>
          <a:r>
            <a:rPr lang="en-IN" dirty="0"/>
            <a:t> OpenAI Whisper</a:t>
          </a:r>
        </a:p>
      </dgm:t>
    </dgm:pt>
    <dgm:pt modelId="{1BE78B06-1248-434B-B11A-F923FE227391}" type="parTrans" cxnId="{1807A3FC-E266-4F80-B2DD-68B0D575BB0E}">
      <dgm:prSet/>
      <dgm:spPr/>
      <dgm:t>
        <a:bodyPr/>
        <a:lstStyle/>
        <a:p>
          <a:endParaRPr lang="en-IN"/>
        </a:p>
      </dgm:t>
    </dgm:pt>
    <dgm:pt modelId="{B4637060-9AD0-47DA-8116-9407EB078EF8}" type="sibTrans" cxnId="{1807A3FC-E266-4F80-B2DD-68B0D575BB0E}">
      <dgm:prSet/>
      <dgm:spPr/>
      <dgm:t>
        <a:bodyPr/>
        <a:lstStyle/>
        <a:p>
          <a:endParaRPr lang="en-IN"/>
        </a:p>
      </dgm:t>
    </dgm:pt>
    <dgm:pt modelId="{65A394AC-07EB-48F4-90C6-311B1B03B0A6}" type="pres">
      <dgm:prSet presAssocID="{7E16FF57-9A49-474D-9BD2-8B73D0B3C5FE}" presName="linear" presStyleCnt="0">
        <dgm:presLayoutVars>
          <dgm:dir/>
          <dgm:animLvl val="lvl"/>
          <dgm:resizeHandles val="exact"/>
        </dgm:presLayoutVars>
      </dgm:prSet>
      <dgm:spPr/>
    </dgm:pt>
    <dgm:pt modelId="{CFEAD9D8-B672-43F6-8043-C477037371E2}" type="pres">
      <dgm:prSet presAssocID="{98B88FB1-1394-485F-8EF7-8AB907516764}" presName="parentLin" presStyleCnt="0"/>
      <dgm:spPr/>
    </dgm:pt>
    <dgm:pt modelId="{BF3CDD79-490C-4804-B627-F64D480C9541}" type="pres">
      <dgm:prSet presAssocID="{98B88FB1-1394-485F-8EF7-8AB907516764}" presName="parentLeftMargin" presStyleLbl="node1" presStyleIdx="0" presStyleCnt="1"/>
      <dgm:spPr/>
    </dgm:pt>
    <dgm:pt modelId="{481D0FC0-47AE-4128-BCD8-08967AEE433B}" type="pres">
      <dgm:prSet presAssocID="{98B88FB1-1394-485F-8EF7-8AB90751676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43037F66-DC38-43F4-A7F0-76A18BD5DA6C}" type="pres">
      <dgm:prSet presAssocID="{98B88FB1-1394-485F-8EF7-8AB907516764}" presName="negativeSpace" presStyleCnt="0"/>
      <dgm:spPr/>
    </dgm:pt>
    <dgm:pt modelId="{A4292CE2-2E8C-4B67-A208-05AA524B3F39}" type="pres">
      <dgm:prSet presAssocID="{98B88FB1-1394-485F-8EF7-8AB90751676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9B74D00D-DE43-4999-8FD5-DCD7D73F8A8C}" type="presOf" srcId="{126D68D1-7282-4344-9FF7-FB21DFF08A30}" destId="{A4292CE2-2E8C-4B67-A208-05AA524B3F39}" srcOrd="0" destOrd="1" presId="urn:microsoft.com/office/officeart/2005/8/layout/list1"/>
    <dgm:cxn modelId="{3B5C5915-C407-4FAA-8D18-99FB12C7BAE0}" type="presOf" srcId="{26CDC66A-235C-4E5B-90EE-A2505A313930}" destId="{A4292CE2-2E8C-4B67-A208-05AA524B3F39}" srcOrd="0" destOrd="0" presId="urn:microsoft.com/office/officeart/2005/8/layout/list1"/>
    <dgm:cxn modelId="{42CE401A-A023-4091-80AA-5E58B8ED613F}" type="presOf" srcId="{98B88FB1-1394-485F-8EF7-8AB907516764}" destId="{BF3CDD79-490C-4804-B627-F64D480C9541}" srcOrd="0" destOrd="0" presId="urn:microsoft.com/office/officeart/2005/8/layout/list1"/>
    <dgm:cxn modelId="{EB48E825-EDCA-4DE7-B04B-8ED2F0810BEA}" srcId="{98B88FB1-1394-485F-8EF7-8AB907516764}" destId="{126D68D1-7282-4344-9FF7-FB21DFF08A30}" srcOrd="1" destOrd="0" parTransId="{F800BA84-7C7D-46EE-BFED-C9930286411B}" sibTransId="{732FFDA0-27DC-4B52-886C-C97A642CC144}"/>
    <dgm:cxn modelId="{F2BCE140-84F6-4FA6-9007-0A0778C675B4}" type="presOf" srcId="{BA24B073-6E9D-4F11-B039-AB768E904CE3}" destId="{A4292CE2-2E8C-4B67-A208-05AA524B3F39}" srcOrd="0" destOrd="2" presId="urn:microsoft.com/office/officeart/2005/8/layout/list1"/>
    <dgm:cxn modelId="{EC098644-076F-4E82-A32C-CF533BF98069}" type="presOf" srcId="{7E16FF57-9A49-474D-9BD2-8B73D0B3C5FE}" destId="{65A394AC-07EB-48F4-90C6-311B1B03B0A6}" srcOrd="0" destOrd="0" presId="urn:microsoft.com/office/officeart/2005/8/layout/list1"/>
    <dgm:cxn modelId="{5FD30197-7CF7-4FB2-A213-D31BDB43575C}" type="presOf" srcId="{98B88FB1-1394-485F-8EF7-8AB907516764}" destId="{481D0FC0-47AE-4128-BCD8-08967AEE433B}" srcOrd="1" destOrd="0" presId="urn:microsoft.com/office/officeart/2005/8/layout/list1"/>
    <dgm:cxn modelId="{14C0FD9F-BB7D-48F3-9AB8-1A35BC895581}" srcId="{98B88FB1-1394-485F-8EF7-8AB907516764}" destId="{0ACA7667-7342-40DB-BDE5-25955C038609}" srcOrd="3" destOrd="0" parTransId="{4E7AB347-8607-4282-8BC1-CA9694805309}" sibTransId="{0D219ED1-3FBD-48DF-A85A-5092BACBA1ED}"/>
    <dgm:cxn modelId="{5D34F2C8-64DF-4D51-B1D0-19A14647B1B0}" type="presOf" srcId="{0ACA7667-7342-40DB-BDE5-25955C038609}" destId="{A4292CE2-2E8C-4B67-A208-05AA524B3F39}" srcOrd="0" destOrd="3" presId="urn:microsoft.com/office/officeart/2005/8/layout/list1"/>
    <dgm:cxn modelId="{A94096EC-EC1E-4C22-99BA-667064081BF0}" srcId="{98B88FB1-1394-485F-8EF7-8AB907516764}" destId="{BA24B073-6E9D-4F11-B039-AB768E904CE3}" srcOrd="2" destOrd="0" parTransId="{AAF24416-0E47-4E29-BD13-7C957D270A0D}" sibTransId="{CFC1CA09-EF09-45C1-BCFF-9FCA601320E6}"/>
    <dgm:cxn modelId="{3762C0F9-DF32-408A-96CD-136BF74AD19F}" srcId="{7E16FF57-9A49-474D-9BD2-8B73D0B3C5FE}" destId="{98B88FB1-1394-485F-8EF7-8AB907516764}" srcOrd="0" destOrd="0" parTransId="{5AB60110-8379-42CE-811D-B12A2EE488C9}" sibTransId="{43435219-7852-4D9B-911E-A04FF04548E5}"/>
    <dgm:cxn modelId="{1807A3FC-E266-4F80-B2DD-68B0D575BB0E}" srcId="{98B88FB1-1394-485F-8EF7-8AB907516764}" destId="{26CDC66A-235C-4E5B-90EE-A2505A313930}" srcOrd="0" destOrd="0" parTransId="{1BE78B06-1248-434B-B11A-F923FE227391}" sibTransId="{B4637060-9AD0-47DA-8116-9407EB078EF8}"/>
    <dgm:cxn modelId="{2CD1784A-417B-4557-9E95-912734CF69A3}" type="presParOf" srcId="{65A394AC-07EB-48F4-90C6-311B1B03B0A6}" destId="{CFEAD9D8-B672-43F6-8043-C477037371E2}" srcOrd="0" destOrd="0" presId="urn:microsoft.com/office/officeart/2005/8/layout/list1"/>
    <dgm:cxn modelId="{7E400036-5A9B-4595-AC1F-FD1E07B5947E}" type="presParOf" srcId="{CFEAD9D8-B672-43F6-8043-C477037371E2}" destId="{BF3CDD79-490C-4804-B627-F64D480C9541}" srcOrd="0" destOrd="0" presId="urn:microsoft.com/office/officeart/2005/8/layout/list1"/>
    <dgm:cxn modelId="{E64ADAB6-BF8D-4CF9-A4F1-5A3161EA7A52}" type="presParOf" srcId="{CFEAD9D8-B672-43F6-8043-C477037371E2}" destId="{481D0FC0-47AE-4128-BCD8-08967AEE433B}" srcOrd="1" destOrd="0" presId="urn:microsoft.com/office/officeart/2005/8/layout/list1"/>
    <dgm:cxn modelId="{A674E018-92D7-477F-98DF-A629CA59B774}" type="presParOf" srcId="{65A394AC-07EB-48F4-90C6-311B1B03B0A6}" destId="{43037F66-DC38-43F4-A7F0-76A18BD5DA6C}" srcOrd="1" destOrd="0" presId="urn:microsoft.com/office/officeart/2005/8/layout/list1"/>
    <dgm:cxn modelId="{9BEE2B5B-13F6-4158-AB50-086EDBE2B328}" type="presParOf" srcId="{65A394AC-07EB-48F4-90C6-311B1B03B0A6}" destId="{A4292CE2-2E8C-4B67-A208-05AA524B3F3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72B730-07CD-493D-BCC2-A96E35A5C6E2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BFFF4D0-4A80-4046-9BE5-FA5B6A0979E4}">
      <dgm:prSet phldrT="[Text]"/>
      <dgm:spPr/>
      <dgm:t>
        <a:bodyPr/>
        <a:lstStyle/>
        <a:p>
          <a:pPr>
            <a:buNone/>
          </a:pPr>
          <a:r>
            <a:rPr lang="en-IN" b="1"/>
            <a:t>Topic Segmentation</a:t>
          </a:r>
          <a:endParaRPr lang="en-IN" dirty="0"/>
        </a:p>
      </dgm:t>
    </dgm:pt>
    <dgm:pt modelId="{954328D7-60CE-40EE-8729-8C72540B373F}" type="parTrans" cxnId="{422B8D3A-C9E7-44BE-B1F3-FACB20902C2E}">
      <dgm:prSet/>
      <dgm:spPr/>
      <dgm:t>
        <a:bodyPr/>
        <a:lstStyle/>
        <a:p>
          <a:endParaRPr lang="en-IN"/>
        </a:p>
      </dgm:t>
    </dgm:pt>
    <dgm:pt modelId="{C9CB5F95-0027-49B0-9AE2-82A37E798A93}" type="sibTrans" cxnId="{422B8D3A-C9E7-44BE-B1F3-FACB20902C2E}">
      <dgm:prSet/>
      <dgm:spPr/>
      <dgm:t>
        <a:bodyPr/>
        <a:lstStyle/>
        <a:p>
          <a:endParaRPr lang="en-IN"/>
        </a:p>
      </dgm:t>
    </dgm:pt>
    <dgm:pt modelId="{74D457AC-64F1-44C9-85F2-E8D46A5C584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Divides transcripts into coherent conversational segments.</a:t>
          </a:r>
        </a:p>
      </dgm:t>
    </dgm:pt>
    <dgm:pt modelId="{ED4E6809-7FA1-4BCC-9E7C-66C3D65E48B6}" type="parTrans" cxnId="{B1C6DFB3-9096-49E1-8117-8FBF89D7C77C}">
      <dgm:prSet/>
      <dgm:spPr/>
      <dgm:t>
        <a:bodyPr/>
        <a:lstStyle/>
        <a:p>
          <a:endParaRPr lang="en-IN"/>
        </a:p>
      </dgm:t>
    </dgm:pt>
    <dgm:pt modelId="{6F9D40AA-593A-4525-B899-85F80DA595B7}" type="sibTrans" cxnId="{B1C6DFB3-9096-49E1-8117-8FBF89D7C77C}">
      <dgm:prSet/>
      <dgm:spPr/>
      <dgm:t>
        <a:bodyPr/>
        <a:lstStyle/>
        <a:p>
          <a:endParaRPr lang="en-IN"/>
        </a:p>
      </dgm:t>
    </dgm:pt>
    <dgm:pt modelId="{1E72B004-6CBE-416A-AAD0-F1D210B6158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Uses sentence structure, timestamps, and semantic cues.</a:t>
          </a:r>
        </a:p>
      </dgm:t>
    </dgm:pt>
    <dgm:pt modelId="{B3324E5E-14EB-48C6-816A-502CCC71EEDC}" type="parTrans" cxnId="{15CD3376-75ED-4154-B48F-7867A69BEC84}">
      <dgm:prSet/>
      <dgm:spPr/>
      <dgm:t>
        <a:bodyPr/>
        <a:lstStyle/>
        <a:p>
          <a:endParaRPr lang="en-IN"/>
        </a:p>
      </dgm:t>
    </dgm:pt>
    <dgm:pt modelId="{A2150516-6138-452C-AB15-7FE55828DA7D}" type="sibTrans" cxnId="{15CD3376-75ED-4154-B48F-7867A69BEC84}">
      <dgm:prSet/>
      <dgm:spPr/>
      <dgm:t>
        <a:bodyPr/>
        <a:lstStyle/>
        <a:p>
          <a:endParaRPr lang="en-IN"/>
        </a:p>
      </dgm:t>
    </dgm:pt>
    <dgm:pt modelId="{DDEB9D6D-A0F0-4F8B-AE13-87BCA9A0B49C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Enables:</a:t>
          </a:r>
        </a:p>
      </dgm:t>
    </dgm:pt>
    <dgm:pt modelId="{B3BB4CD5-100B-41F1-81D5-D78950B65A60}" type="parTrans" cxnId="{24DC7335-0F34-4606-848B-E2502933DF94}">
      <dgm:prSet/>
      <dgm:spPr/>
      <dgm:t>
        <a:bodyPr/>
        <a:lstStyle/>
        <a:p>
          <a:endParaRPr lang="en-IN"/>
        </a:p>
      </dgm:t>
    </dgm:pt>
    <dgm:pt modelId="{B4CCA7C3-B695-4DCE-B2A7-1B68E9F45EAC}" type="sibTrans" cxnId="{24DC7335-0F34-4606-848B-E2502933DF94}">
      <dgm:prSet/>
      <dgm:spPr/>
      <dgm:t>
        <a:bodyPr/>
        <a:lstStyle/>
        <a:p>
          <a:endParaRPr lang="en-IN"/>
        </a:p>
      </dgm:t>
    </dgm:pt>
    <dgm:pt modelId="{1F21AEB4-8154-44E6-994D-92FD5B24C7E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Navigation by topic</a:t>
          </a:r>
        </a:p>
      </dgm:t>
    </dgm:pt>
    <dgm:pt modelId="{B61CC06A-F00A-420D-B971-F700F0EB258A}" type="parTrans" cxnId="{FCB3C319-8B06-4390-880A-6DBD3E53BDA8}">
      <dgm:prSet/>
      <dgm:spPr/>
      <dgm:t>
        <a:bodyPr/>
        <a:lstStyle/>
        <a:p>
          <a:endParaRPr lang="en-IN"/>
        </a:p>
      </dgm:t>
    </dgm:pt>
    <dgm:pt modelId="{2AF418D6-E228-4048-A6C2-3D2FBAC15E49}" type="sibTrans" cxnId="{FCB3C319-8B06-4390-880A-6DBD3E53BDA8}">
      <dgm:prSet/>
      <dgm:spPr/>
      <dgm:t>
        <a:bodyPr/>
        <a:lstStyle/>
        <a:p>
          <a:endParaRPr lang="en-IN"/>
        </a:p>
      </dgm:t>
    </dgm:pt>
    <dgm:pt modelId="{4B74C8F2-0F91-47E6-B3F0-824A1A52E54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Speaker-wise analysis</a:t>
          </a:r>
        </a:p>
      </dgm:t>
    </dgm:pt>
    <dgm:pt modelId="{7011902E-5705-4A01-9AC4-CC92FDB333AC}" type="parTrans" cxnId="{AD806595-CF0D-4B46-8989-95001A81D3D7}">
      <dgm:prSet/>
      <dgm:spPr/>
      <dgm:t>
        <a:bodyPr/>
        <a:lstStyle/>
        <a:p>
          <a:endParaRPr lang="en-IN"/>
        </a:p>
      </dgm:t>
    </dgm:pt>
    <dgm:pt modelId="{23C6C159-747E-46CE-A4A4-51D38842BBA7}" type="sibTrans" cxnId="{AD806595-CF0D-4B46-8989-95001A81D3D7}">
      <dgm:prSet/>
      <dgm:spPr/>
      <dgm:t>
        <a:bodyPr/>
        <a:lstStyle/>
        <a:p>
          <a:endParaRPr lang="en-IN"/>
        </a:p>
      </dgm:t>
    </dgm:pt>
    <dgm:pt modelId="{AD9326B7-FACD-48B4-AF96-EBCFCD9A73D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/>
            <a:t>Focused review of key responses</a:t>
          </a:r>
        </a:p>
      </dgm:t>
    </dgm:pt>
    <dgm:pt modelId="{7AC8679D-584D-45FC-9660-DE0E6ECD9A10}" type="parTrans" cxnId="{FD68274E-C1A4-4D7B-A79F-C4417E78EFD2}">
      <dgm:prSet/>
      <dgm:spPr/>
      <dgm:t>
        <a:bodyPr/>
        <a:lstStyle/>
        <a:p>
          <a:endParaRPr lang="en-IN"/>
        </a:p>
      </dgm:t>
    </dgm:pt>
    <dgm:pt modelId="{BA75E7BB-16B2-4D51-B823-F672CC52C88A}" type="sibTrans" cxnId="{FD68274E-C1A4-4D7B-A79F-C4417E78EFD2}">
      <dgm:prSet/>
      <dgm:spPr/>
      <dgm:t>
        <a:bodyPr/>
        <a:lstStyle/>
        <a:p>
          <a:endParaRPr lang="en-IN"/>
        </a:p>
      </dgm:t>
    </dgm:pt>
    <dgm:pt modelId="{466D8F33-4C10-4169-A245-9FE98ADB9AA5}" type="pres">
      <dgm:prSet presAssocID="{2F72B730-07CD-493D-BCC2-A96E35A5C6E2}" presName="linear" presStyleCnt="0">
        <dgm:presLayoutVars>
          <dgm:dir/>
          <dgm:animLvl val="lvl"/>
          <dgm:resizeHandles val="exact"/>
        </dgm:presLayoutVars>
      </dgm:prSet>
      <dgm:spPr/>
    </dgm:pt>
    <dgm:pt modelId="{ED3BBEA1-E6E3-40EE-A74A-19F57774D7F6}" type="pres">
      <dgm:prSet presAssocID="{4BFFF4D0-4A80-4046-9BE5-FA5B6A0979E4}" presName="parentLin" presStyleCnt="0"/>
      <dgm:spPr/>
    </dgm:pt>
    <dgm:pt modelId="{882DB26B-6012-476E-BA8E-778A5E2EB27B}" type="pres">
      <dgm:prSet presAssocID="{4BFFF4D0-4A80-4046-9BE5-FA5B6A0979E4}" presName="parentLeftMargin" presStyleLbl="node1" presStyleIdx="0" presStyleCnt="1"/>
      <dgm:spPr/>
    </dgm:pt>
    <dgm:pt modelId="{D90AD5C4-C357-4113-A00E-A312F3616D0F}" type="pres">
      <dgm:prSet presAssocID="{4BFFF4D0-4A80-4046-9BE5-FA5B6A0979E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4306259-42D3-4E35-B14A-384F13634A2B}" type="pres">
      <dgm:prSet presAssocID="{4BFFF4D0-4A80-4046-9BE5-FA5B6A0979E4}" presName="negativeSpace" presStyleCnt="0"/>
      <dgm:spPr/>
    </dgm:pt>
    <dgm:pt modelId="{92764526-6893-4AF4-9A60-D749406AC1C7}" type="pres">
      <dgm:prSet presAssocID="{4BFFF4D0-4A80-4046-9BE5-FA5B6A0979E4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248B7A13-B02A-4FF0-843E-A0206EBE4F1B}" type="presOf" srcId="{4BFFF4D0-4A80-4046-9BE5-FA5B6A0979E4}" destId="{D90AD5C4-C357-4113-A00E-A312F3616D0F}" srcOrd="1" destOrd="0" presId="urn:microsoft.com/office/officeart/2005/8/layout/list1"/>
    <dgm:cxn modelId="{FCB3C319-8B06-4390-880A-6DBD3E53BDA8}" srcId="{DDEB9D6D-A0F0-4F8B-AE13-87BCA9A0B49C}" destId="{1F21AEB4-8154-44E6-994D-92FD5B24C7E7}" srcOrd="0" destOrd="0" parTransId="{B61CC06A-F00A-420D-B971-F700F0EB258A}" sibTransId="{2AF418D6-E228-4048-A6C2-3D2FBAC15E49}"/>
    <dgm:cxn modelId="{24DC7335-0F34-4606-848B-E2502933DF94}" srcId="{4BFFF4D0-4A80-4046-9BE5-FA5B6A0979E4}" destId="{DDEB9D6D-A0F0-4F8B-AE13-87BCA9A0B49C}" srcOrd="2" destOrd="0" parTransId="{B3BB4CD5-100B-41F1-81D5-D78950B65A60}" sibTransId="{B4CCA7C3-B695-4DCE-B2A7-1B68E9F45EAC}"/>
    <dgm:cxn modelId="{422B8D3A-C9E7-44BE-B1F3-FACB20902C2E}" srcId="{2F72B730-07CD-493D-BCC2-A96E35A5C6E2}" destId="{4BFFF4D0-4A80-4046-9BE5-FA5B6A0979E4}" srcOrd="0" destOrd="0" parTransId="{954328D7-60CE-40EE-8729-8C72540B373F}" sibTransId="{C9CB5F95-0027-49B0-9AE2-82A37E798A93}"/>
    <dgm:cxn modelId="{A0481D40-CD85-41B3-B321-1090FD5F6BD4}" type="presOf" srcId="{74D457AC-64F1-44C9-85F2-E8D46A5C584A}" destId="{92764526-6893-4AF4-9A60-D749406AC1C7}" srcOrd="0" destOrd="0" presId="urn:microsoft.com/office/officeart/2005/8/layout/list1"/>
    <dgm:cxn modelId="{FD68274E-C1A4-4D7B-A79F-C4417E78EFD2}" srcId="{DDEB9D6D-A0F0-4F8B-AE13-87BCA9A0B49C}" destId="{AD9326B7-FACD-48B4-AF96-EBCFCD9A73D4}" srcOrd="2" destOrd="0" parTransId="{7AC8679D-584D-45FC-9660-DE0E6ECD9A10}" sibTransId="{BA75E7BB-16B2-4D51-B823-F672CC52C88A}"/>
    <dgm:cxn modelId="{813A336F-0ACE-465B-9232-18A7A7FAA3D3}" type="presOf" srcId="{4BFFF4D0-4A80-4046-9BE5-FA5B6A0979E4}" destId="{882DB26B-6012-476E-BA8E-778A5E2EB27B}" srcOrd="0" destOrd="0" presId="urn:microsoft.com/office/officeart/2005/8/layout/list1"/>
    <dgm:cxn modelId="{E9288153-4C12-4815-A3B9-883FA7073CF5}" type="presOf" srcId="{1E72B004-6CBE-416A-AAD0-F1D210B6158A}" destId="{92764526-6893-4AF4-9A60-D749406AC1C7}" srcOrd="0" destOrd="1" presId="urn:microsoft.com/office/officeart/2005/8/layout/list1"/>
    <dgm:cxn modelId="{15CD3376-75ED-4154-B48F-7867A69BEC84}" srcId="{4BFFF4D0-4A80-4046-9BE5-FA5B6A0979E4}" destId="{1E72B004-6CBE-416A-AAD0-F1D210B6158A}" srcOrd="1" destOrd="0" parTransId="{B3324E5E-14EB-48C6-816A-502CCC71EEDC}" sibTransId="{A2150516-6138-452C-AB15-7FE55828DA7D}"/>
    <dgm:cxn modelId="{6D89A881-A10D-41D8-AAB2-1A9BC264282B}" type="presOf" srcId="{4B74C8F2-0F91-47E6-B3F0-824A1A52E548}" destId="{92764526-6893-4AF4-9A60-D749406AC1C7}" srcOrd="0" destOrd="4" presId="urn:microsoft.com/office/officeart/2005/8/layout/list1"/>
    <dgm:cxn modelId="{5529DE8B-A4B1-4D1E-A4C8-963DEEE9DA27}" type="presOf" srcId="{1F21AEB4-8154-44E6-994D-92FD5B24C7E7}" destId="{92764526-6893-4AF4-9A60-D749406AC1C7}" srcOrd="0" destOrd="3" presId="urn:microsoft.com/office/officeart/2005/8/layout/list1"/>
    <dgm:cxn modelId="{AD806595-CF0D-4B46-8989-95001A81D3D7}" srcId="{DDEB9D6D-A0F0-4F8B-AE13-87BCA9A0B49C}" destId="{4B74C8F2-0F91-47E6-B3F0-824A1A52E548}" srcOrd="1" destOrd="0" parTransId="{7011902E-5705-4A01-9AC4-CC92FDB333AC}" sibTransId="{23C6C159-747E-46CE-A4A4-51D38842BBA7}"/>
    <dgm:cxn modelId="{A5AA11A5-2ECB-4C46-AF70-B5F820F629E4}" type="presOf" srcId="{DDEB9D6D-A0F0-4F8B-AE13-87BCA9A0B49C}" destId="{92764526-6893-4AF4-9A60-D749406AC1C7}" srcOrd="0" destOrd="2" presId="urn:microsoft.com/office/officeart/2005/8/layout/list1"/>
    <dgm:cxn modelId="{4B76C4A6-7714-426D-8312-67CCEB20ECC2}" type="presOf" srcId="{2F72B730-07CD-493D-BCC2-A96E35A5C6E2}" destId="{466D8F33-4C10-4169-A245-9FE98ADB9AA5}" srcOrd="0" destOrd="0" presId="urn:microsoft.com/office/officeart/2005/8/layout/list1"/>
    <dgm:cxn modelId="{B1C6DFB3-9096-49E1-8117-8FBF89D7C77C}" srcId="{4BFFF4D0-4A80-4046-9BE5-FA5B6A0979E4}" destId="{74D457AC-64F1-44C9-85F2-E8D46A5C584A}" srcOrd="0" destOrd="0" parTransId="{ED4E6809-7FA1-4BCC-9E7C-66C3D65E48B6}" sibTransId="{6F9D40AA-593A-4525-B899-85F80DA595B7}"/>
    <dgm:cxn modelId="{0DA48EEE-4B18-469F-A41B-D27E5A5578D9}" type="presOf" srcId="{AD9326B7-FACD-48B4-AF96-EBCFCD9A73D4}" destId="{92764526-6893-4AF4-9A60-D749406AC1C7}" srcOrd="0" destOrd="5" presId="urn:microsoft.com/office/officeart/2005/8/layout/list1"/>
    <dgm:cxn modelId="{D152C9B0-54D3-4F8E-A582-33FC5621D2F9}" type="presParOf" srcId="{466D8F33-4C10-4169-A245-9FE98ADB9AA5}" destId="{ED3BBEA1-E6E3-40EE-A74A-19F57774D7F6}" srcOrd="0" destOrd="0" presId="urn:microsoft.com/office/officeart/2005/8/layout/list1"/>
    <dgm:cxn modelId="{4A8CEE91-CEE7-48BA-8980-AC63FA19B767}" type="presParOf" srcId="{ED3BBEA1-E6E3-40EE-A74A-19F57774D7F6}" destId="{882DB26B-6012-476E-BA8E-778A5E2EB27B}" srcOrd="0" destOrd="0" presId="urn:microsoft.com/office/officeart/2005/8/layout/list1"/>
    <dgm:cxn modelId="{BD31B146-C595-4BE8-9DC2-1238B06FB9A3}" type="presParOf" srcId="{ED3BBEA1-E6E3-40EE-A74A-19F57774D7F6}" destId="{D90AD5C4-C357-4113-A00E-A312F3616D0F}" srcOrd="1" destOrd="0" presId="urn:microsoft.com/office/officeart/2005/8/layout/list1"/>
    <dgm:cxn modelId="{89058EC5-A87F-42AC-9D4D-0506F9666AE0}" type="presParOf" srcId="{466D8F33-4C10-4169-A245-9FE98ADB9AA5}" destId="{24306259-42D3-4E35-B14A-384F13634A2B}" srcOrd="1" destOrd="0" presId="urn:microsoft.com/office/officeart/2005/8/layout/list1"/>
    <dgm:cxn modelId="{FFB245D9-4FCE-414C-AD40-849BF734B708}" type="presParOf" srcId="{466D8F33-4C10-4169-A245-9FE98ADB9AA5}" destId="{92764526-6893-4AF4-9A60-D749406AC1C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878B297-C9EB-4BC7-BEDA-BD1B3DA01B27}" type="doc">
      <dgm:prSet loTypeId="urn:microsoft.com/office/officeart/2005/8/layout/list1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9D6B9A95-A2C8-4399-A5A7-ACDF17B537F6}">
      <dgm:prSet phldrT="[Text]" phldr="0" custT="1"/>
      <dgm:spPr/>
      <dgm:t>
        <a:bodyPr/>
        <a:lstStyle/>
        <a:p>
          <a:r>
            <a:rPr lang="en-US" sz="1400" b="1" dirty="0"/>
            <a:t>Summarization Approaches</a:t>
          </a:r>
          <a:endParaRPr lang="en-IN" sz="1400" b="1" dirty="0"/>
        </a:p>
      </dgm:t>
    </dgm:pt>
    <dgm:pt modelId="{1BCE76D3-38A4-46EF-A09A-AB5CF009AD98}" type="parTrans" cxnId="{908845B0-99F9-470E-944A-2605FC9BE9C8}">
      <dgm:prSet/>
      <dgm:spPr/>
      <dgm:t>
        <a:bodyPr/>
        <a:lstStyle/>
        <a:p>
          <a:endParaRPr lang="en-IN"/>
        </a:p>
      </dgm:t>
    </dgm:pt>
    <dgm:pt modelId="{22EDF3AE-91B5-45B6-986D-987ECC354B5A}" type="sibTrans" cxnId="{908845B0-99F9-470E-944A-2605FC9BE9C8}">
      <dgm:prSet/>
      <dgm:spPr/>
      <dgm:t>
        <a:bodyPr/>
        <a:lstStyle/>
        <a:p>
          <a:endParaRPr lang="en-IN"/>
        </a:p>
      </dgm:t>
    </dgm:pt>
    <dgm:pt modelId="{40F464E2-3060-43DC-AA25-4AA673319F47}">
      <dgm:prSet/>
      <dgm:spPr/>
      <dgm:t>
        <a:bodyPr/>
        <a:lstStyle/>
        <a:p>
          <a:pPr>
            <a:buNone/>
          </a:pPr>
          <a:r>
            <a:rPr lang="en-IN" b="1" dirty="0"/>
            <a:t>Abstractive Summarization</a:t>
          </a:r>
          <a:endParaRPr lang="en-IN" dirty="0"/>
        </a:p>
      </dgm:t>
    </dgm:pt>
    <dgm:pt modelId="{CE7BC0A5-A260-403F-B6C1-F633ACD188D3}" type="parTrans" cxnId="{69ABBD21-DC03-4FD6-B130-FA550B4BF8F8}">
      <dgm:prSet/>
      <dgm:spPr/>
      <dgm:t>
        <a:bodyPr/>
        <a:lstStyle/>
        <a:p>
          <a:endParaRPr lang="en-IN"/>
        </a:p>
      </dgm:t>
    </dgm:pt>
    <dgm:pt modelId="{F8630653-09DB-4A95-90F7-1EF57645C141}" type="sibTrans" cxnId="{69ABBD21-DC03-4FD6-B130-FA550B4BF8F8}">
      <dgm:prSet/>
      <dgm:spPr/>
      <dgm:t>
        <a:bodyPr/>
        <a:lstStyle/>
        <a:p>
          <a:endParaRPr lang="en-IN"/>
        </a:p>
      </dgm:t>
    </dgm:pt>
    <dgm:pt modelId="{82706E1B-385C-4935-813C-8738780D7678}">
      <dgm:prSet/>
      <dgm:spPr/>
      <dgm:t>
        <a:bodyPr/>
        <a:lstStyle/>
        <a:p>
          <a:pPr>
            <a:buNone/>
          </a:pPr>
          <a:r>
            <a:rPr lang="en-IN" dirty="0"/>
            <a:t>Preserves original wording.</a:t>
          </a:r>
        </a:p>
      </dgm:t>
    </dgm:pt>
    <dgm:pt modelId="{9B577A48-1149-4B99-96A9-9AC51EEAEFA3}" type="parTrans" cxnId="{E6356D67-C199-4689-AC10-8816AC88F23B}">
      <dgm:prSet/>
      <dgm:spPr/>
      <dgm:t>
        <a:bodyPr/>
        <a:lstStyle/>
        <a:p>
          <a:endParaRPr lang="en-IN"/>
        </a:p>
      </dgm:t>
    </dgm:pt>
    <dgm:pt modelId="{F082EF2F-6325-4826-96A1-4580CC95EE28}" type="sibTrans" cxnId="{E6356D67-C199-4689-AC10-8816AC88F23B}">
      <dgm:prSet/>
      <dgm:spPr/>
      <dgm:t>
        <a:bodyPr/>
        <a:lstStyle/>
        <a:p>
          <a:endParaRPr lang="en-IN"/>
        </a:p>
      </dgm:t>
    </dgm:pt>
    <dgm:pt modelId="{F7F7846C-971B-41FF-8A81-37E4648FE06F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Preserves original wording.</a:t>
          </a:r>
        </a:p>
      </dgm:t>
    </dgm:pt>
    <dgm:pt modelId="{715686D1-F2C6-4B12-AF63-C739F224BB94}" type="parTrans" cxnId="{666036D4-208C-4628-83CB-0EED5CB391B3}">
      <dgm:prSet/>
      <dgm:spPr/>
      <dgm:t>
        <a:bodyPr/>
        <a:lstStyle/>
        <a:p>
          <a:endParaRPr lang="en-IN"/>
        </a:p>
      </dgm:t>
    </dgm:pt>
    <dgm:pt modelId="{0F5FA7F1-F985-40E5-9E5F-870BBB9E21E7}" type="sibTrans" cxnId="{666036D4-208C-4628-83CB-0EED5CB391B3}">
      <dgm:prSet/>
      <dgm:spPr/>
      <dgm:t>
        <a:bodyPr/>
        <a:lstStyle/>
        <a:p>
          <a:endParaRPr lang="en-IN"/>
        </a:p>
      </dgm:t>
    </dgm:pt>
    <dgm:pt modelId="{397EAFB9-E31E-47BB-A091-11C4C7A404CD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Reliable and simple.</a:t>
          </a:r>
        </a:p>
      </dgm:t>
    </dgm:pt>
    <dgm:pt modelId="{E5A7F51B-E411-42AB-8FB5-695DC942DC6F}" type="parTrans" cxnId="{4A131702-B04A-4671-9E0A-D9CE8C44730A}">
      <dgm:prSet/>
      <dgm:spPr/>
      <dgm:t>
        <a:bodyPr/>
        <a:lstStyle/>
        <a:p>
          <a:endParaRPr lang="en-IN"/>
        </a:p>
      </dgm:t>
    </dgm:pt>
    <dgm:pt modelId="{DD3479E4-DF16-4768-BB12-03DEFA999B42}" type="sibTrans" cxnId="{4A131702-B04A-4671-9E0A-D9CE8C44730A}">
      <dgm:prSet/>
      <dgm:spPr/>
      <dgm:t>
        <a:bodyPr/>
        <a:lstStyle/>
        <a:p>
          <a:endParaRPr lang="en-IN"/>
        </a:p>
      </dgm:t>
    </dgm:pt>
    <dgm:pt modelId="{0A2AE930-9738-4A14-8908-DAFD984D056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Ideal for HR quick scans and factual review.</a:t>
          </a:r>
        </a:p>
      </dgm:t>
    </dgm:pt>
    <dgm:pt modelId="{5E32F8F2-2628-42D0-A1F5-0869778B2FA5}" type="parTrans" cxnId="{A92053CF-B932-4465-9225-C113ACEB9C2F}">
      <dgm:prSet/>
      <dgm:spPr/>
      <dgm:t>
        <a:bodyPr/>
        <a:lstStyle/>
        <a:p>
          <a:endParaRPr lang="en-IN"/>
        </a:p>
      </dgm:t>
    </dgm:pt>
    <dgm:pt modelId="{037D586E-C029-492B-8B1B-32626CF07D00}" type="sibTrans" cxnId="{A92053CF-B932-4465-9225-C113ACEB9C2F}">
      <dgm:prSet/>
      <dgm:spPr/>
      <dgm:t>
        <a:bodyPr/>
        <a:lstStyle/>
        <a:p>
          <a:endParaRPr lang="en-IN"/>
        </a:p>
      </dgm:t>
    </dgm:pt>
    <dgm:pt modelId="{155933DF-B065-4F07-BB57-ECE9CDF38C9F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Reliable and simple.</a:t>
          </a:r>
        </a:p>
      </dgm:t>
    </dgm:pt>
    <dgm:pt modelId="{884B1B96-D925-4F83-9918-152FAD152C60}" type="parTrans" cxnId="{CA176DAF-93FF-4B21-AAB7-AA8D54ED6C40}">
      <dgm:prSet/>
      <dgm:spPr/>
      <dgm:t>
        <a:bodyPr/>
        <a:lstStyle/>
        <a:p>
          <a:endParaRPr lang="en-IN"/>
        </a:p>
      </dgm:t>
    </dgm:pt>
    <dgm:pt modelId="{6D192A3F-855E-4D19-9835-B0F24D8DE5FD}" type="sibTrans" cxnId="{CA176DAF-93FF-4B21-AAB7-AA8D54ED6C40}">
      <dgm:prSet/>
      <dgm:spPr/>
      <dgm:t>
        <a:bodyPr/>
        <a:lstStyle/>
        <a:p>
          <a:endParaRPr lang="en-IN"/>
        </a:p>
      </dgm:t>
    </dgm:pt>
    <dgm:pt modelId="{334298F2-D270-4C72-979E-A01EC794380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Ideal for HR quick scans and factual review.</a:t>
          </a:r>
        </a:p>
      </dgm:t>
    </dgm:pt>
    <dgm:pt modelId="{4EDAC1E6-0535-4D33-8E7B-40A5F7D66F4C}" type="parTrans" cxnId="{03FBA77D-E69E-48BD-989B-29ADFB5B1428}">
      <dgm:prSet/>
      <dgm:spPr/>
      <dgm:t>
        <a:bodyPr/>
        <a:lstStyle/>
        <a:p>
          <a:endParaRPr lang="en-IN"/>
        </a:p>
      </dgm:t>
    </dgm:pt>
    <dgm:pt modelId="{29085E90-2CB6-4B9E-BEA7-9DCC2CF47E35}" type="sibTrans" cxnId="{03FBA77D-E69E-48BD-989B-29ADFB5B1428}">
      <dgm:prSet/>
      <dgm:spPr/>
      <dgm:t>
        <a:bodyPr/>
        <a:lstStyle/>
        <a:p>
          <a:endParaRPr lang="en-IN"/>
        </a:p>
      </dgm:t>
    </dgm:pt>
    <dgm:pt modelId="{E817880A-B6EC-4AF1-8C10-9FDCA0C42B0A}">
      <dgm:prSet phldrT="[Text]" phldr="0"/>
      <dgm:spPr/>
      <dgm:t>
        <a:bodyPr/>
        <a:lstStyle/>
        <a:p>
          <a:r>
            <a:rPr lang="en-IN" b="1" dirty="0"/>
            <a:t>Extractive Summarization</a:t>
          </a:r>
          <a:endParaRPr lang="en-IN" dirty="0"/>
        </a:p>
      </dgm:t>
    </dgm:pt>
    <dgm:pt modelId="{C5A4AEF4-C26D-41F7-9BE1-450AD9A12360}" type="parTrans" cxnId="{A7A1BF63-9A94-4938-B7F1-4EEFB8F71947}">
      <dgm:prSet/>
      <dgm:spPr/>
      <dgm:t>
        <a:bodyPr/>
        <a:lstStyle/>
        <a:p>
          <a:endParaRPr lang="en-IN"/>
        </a:p>
      </dgm:t>
    </dgm:pt>
    <dgm:pt modelId="{169FD5C6-F937-4175-81E4-7BB49F9E4B14}" type="sibTrans" cxnId="{A7A1BF63-9A94-4938-B7F1-4EEFB8F71947}">
      <dgm:prSet/>
      <dgm:spPr/>
      <dgm:t>
        <a:bodyPr/>
        <a:lstStyle/>
        <a:p>
          <a:endParaRPr lang="en-IN"/>
        </a:p>
      </dgm:t>
    </dgm:pt>
    <dgm:pt modelId="{4290E1B6-0653-451B-9708-B23C29A9D8F0}" type="pres">
      <dgm:prSet presAssocID="{2878B297-C9EB-4BC7-BEDA-BD1B3DA01B27}" presName="linear" presStyleCnt="0">
        <dgm:presLayoutVars>
          <dgm:dir/>
          <dgm:animLvl val="lvl"/>
          <dgm:resizeHandles val="exact"/>
        </dgm:presLayoutVars>
      </dgm:prSet>
      <dgm:spPr/>
    </dgm:pt>
    <dgm:pt modelId="{E4846929-227B-4664-836C-9C846397C079}" type="pres">
      <dgm:prSet presAssocID="{9D6B9A95-A2C8-4399-A5A7-ACDF17B537F6}" presName="parentLin" presStyleCnt="0"/>
      <dgm:spPr/>
    </dgm:pt>
    <dgm:pt modelId="{87279A02-8D65-480A-A5A1-61DCC5897566}" type="pres">
      <dgm:prSet presAssocID="{9D6B9A95-A2C8-4399-A5A7-ACDF17B537F6}" presName="parentLeftMargin" presStyleLbl="node1" presStyleIdx="0" presStyleCnt="3"/>
      <dgm:spPr/>
    </dgm:pt>
    <dgm:pt modelId="{37FA65BF-8006-4F95-9B6C-1283DC3C92D8}" type="pres">
      <dgm:prSet presAssocID="{9D6B9A95-A2C8-4399-A5A7-ACDF17B537F6}" presName="parentText" presStyleLbl="node1" presStyleIdx="0" presStyleCnt="3" custScaleX="128641" custScaleY="132783" custLinFactNeighborX="-45054" custLinFactNeighborY="-7797">
        <dgm:presLayoutVars>
          <dgm:chMax val="0"/>
          <dgm:bulletEnabled val="1"/>
        </dgm:presLayoutVars>
      </dgm:prSet>
      <dgm:spPr/>
    </dgm:pt>
    <dgm:pt modelId="{7E5DE339-20CA-4411-836C-FFCBC2A54CF0}" type="pres">
      <dgm:prSet presAssocID="{9D6B9A95-A2C8-4399-A5A7-ACDF17B537F6}" presName="negativeSpace" presStyleCnt="0"/>
      <dgm:spPr/>
    </dgm:pt>
    <dgm:pt modelId="{0865B157-85FD-418F-8321-96E0566655FF}" type="pres">
      <dgm:prSet presAssocID="{9D6B9A95-A2C8-4399-A5A7-ACDF17B537F6}" presName="childText" presStyleLbl="conFgAcc1" presStyleIdx="0" presStyleCnt="3" custLinFactNeighborX="4029" custLinFactNeighborY="-15173">
        <dgm:presLayoutVars>
          <dgm:bulletEnabled val="1"/>
        </dgm:presLayoutVars>
      </dgm:prSet>
      <dgm:spPr/>
    </dgm:pt>
    <dgm:pt modelId="{C5B83488-B252-4ADC-AC77-E57EBD3DC9F0}" type="pres">
      <dgm:prSet presAssocID="{22EDF3AE-91B5-45B6-986D-987ECC354B5A}" presName="spaceBetweenRectangles" presStyleCnt="0"/>
      <dgm:spPr/>
    </dgm:pt>
    <dgm:pt modelId="{142E5194-FA56-4CD1-A016-27D7A91959EB}" type="pres">
      <dgm:prSet presAssocID="{E817880A-B6EC-4AF1-8C10-9FDCA0C42B0A}" presName="parentLin" presStyleCnt="0"/>
      <dgm:spPr/>
    </dgm:pt>
    <dgm:pt modelId="{BA8D8E67-15BD-42DE-B44F-37C5D01DB5B0}" type="pres">
      <dgm:prSet presAssocID="{E817880A-B6EC-4AF1-8C10-9FDCA0C42B0A}" presName="parentLeftMargin" presStyleLbl="node1" presStyleIdx="0" presStyleCnt="3"/>
      <dgm:spPr/>
    </dgm:pt>
    <dgm:pt modelId="{A3258777-5450-4836-A189-C011B17381BD}" type="pres">
      <dgm:prSet presAssocID="{E817880A-B6EC-4AF1-8C10-9FDCA0C42B0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B2F2301-EE6C-4992-B54E-B371CAA0F3D8}" type="pres">
      <dgm:prSet presAssocID="{E817880A-B6EC-4AF1-8C10-9FDCA0C42B0A}" presName="negativeSpace" presStyleCnt="0"/>
      <dgm:spPr/>
    </dgm:pt>
    <dgm:pt modelId="{7AB55724-1D5F-44EE-8EB8-0DAD491ED91F}" type="pres">
      <dgm:prSet presAssocID="{E817880A-B6EC-4AF1-8C10-9FDCA0C42B0A}" presName="childText" presStyleLbl="conFgAcc1" presStyleIdx="1" presStyleCnt="3" custLinFactNeighborX="733" custLinFactNeighborY="21225">
        <dgm:presLayoutVars>
          <dgm:bulletEnabled val="1"/>
        </dgm:presLayoutVars>
      </dgm:prSet>
      <dgm:spPr/>
    </dgm:pt>
    <dgm:pt modelId="{21159996-8933-437C-AEF8-35A9C9567DC4}" type="pres">
      <dgm:prSet presAssocID="{169FD5C6-F937-4175-81E4-7BB49F9E4B14}" presName="spaceBetweenRectangles" presStyleCnt="0"/>
      <dgm:spPr/>
    </dgm:pt>
    <dgm:pt modelId="{991021BD-827B-47ED-A3E1-326B156D8310}" type="pres">
      <dgm:prSet presAssocID="{40F464E2-3060-43DC-AA25-4AA673319F47}" presName="parentLin" presStyleCnt="0"/>
      <dgm:spPr/>
    </dgm:pt>
    <dgm:pt modelId="{C336AE74-FD83-4802-B27A-A85FF2FC162C}" type="pres">
      <dgm:prSet presAssocID="{40F464E2-3060-43DC-AA25-4AA673319F47}" presName="parentLeftMargin" presStyleLbl="node1" presStyleIdx="1" presStyleCnt="3"/>
      <dgm:spPr/>
    </dgm:pt>
    <dgm:pt modelId="{74C890FC-C37A-4F83-894E-7F708536DB82}" type="pres">
      <dgm:prSet presAssocID="{40F464E2-3060-43DC-AA25-4AA673319F4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4801ACD-898A-4990-8379-10BCE93A6ED9}" type="pres">
      <dgm:prSet presAssocID="{40F464E2-3060-43DC-AA25-4AA673319F47}" presName="negativeSpace" presStyleCnt="0"/>
      <dgm:spPr/>
    </dgm:pt>
    <dgm:pt modelId="{0DCEA81B-5403-4650-9720-0220D46397EE}" type="pres">
      <dgm:prSet presAssocID="{40F464E2-3060-43DC-AA25-4AA673319F4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A131702-B04A-4671-9E0A-D9CE8C44730A}" srcId="{E817880A-B6EC-4AF1-8C10-9FDCA0C42B0A}" destId="{397EAFB9-E31E-47BB-A091-11C4C7A404CD}" srcOrd="1" destOrd="0" parTransId="{E5A7F51B-E411-42AB-8FB5-695DC942DC6F}" sibTransId="{DD3479E4-DF16-4768-BB12-03DEFA999B42}"/>
    <dgm:cxn modelId="{7D107804-8C5C-4915-89BB-8997F3F526A7}" type="presOf" srcId="{334298F2-D270-4C72-979E-A01EC7943807}" destId="{0DCEA81B-5403-4650-9720-0220D46397EE}" srcOrd="0" destOrd="2" presId="urn:microsoft.com/office/officeart/2005/8/layout/list1"/>
    <dgm:cxn modelId="{F457751C-2D44-4D21-9AB6-EC3B5AC704E4}" type="presOf" srcId="{397EAFB9-E31E-47BB-A091-11C4C7A404CD}" destId="{7AB55724-1D5F-44EE-8EB8-0DAD491ED91F}" srcOrd="0" destOrd="1" presId="urn:microsoft.com/office/officeart/2005/8/layout/list1"/>
    <dgm:cxn modelId="{69ABBD21-DC03-4FD6-B130-FA550B4BF8F8}" srcId="{2878B297-C9EB-4BC7-BEDA-BD1B3DA01B27}" destId="{40F464E2-3060-43DC-AA25-4AA673319F47}" srcOrd="2" destOrd="0" parTransId="{CE7BC0A5-A260-403F-B6C1-F633ACD188D3}" sibTransId="{F8630653-09DB-4A95-90F7-1EF57645C141}"/>
    <dgm:cxn modelId="{9AE17A2C-60ED-41CA-B306-7387253C69CB}" type="presOf" srcId="{82706E1B-385C-4935-813C-8738780D7678}" destId="{0DCEA81B-5403-4650-9720-0220D46397EE}" srcOrd="0" destOrd="0" presId="urn:microsoft.com/office/officeart/2005/8/layout/list1"/>
    <dgm:cxn modelId="{A7A1BF63-9A94-4938-B7F1-4EEFB8F71947}" srcId="{2878B297-C9EB-4BC7-BEDA-BD1B3DA01B27}" destId="{E817880A-B6EC-4AF1-8C10-9FDCA0C42B0A}" srcOrd="1" destOrd="0" parTransId="{C5A4AEF4-C26D-41F7-9BE1-450AD9A12360}" sibTransId="{169FD5C6-F937-4175-81E4-7BB49F9E4B14}"/>
    <dgm:cxn modelId="{E6356D67-C199-4689-AC10-8816AC88F23B}" srcId="{40F464E2-3060-43DC-AA25-4AA673319F47}" destId="{82706E1B-385C-4935-813C-8738780D7678}" srcOrd="0" destOrd="0" parTransId="{9B577A48-1149-4B99-96A9-9AC51EEAEFA3}" sibTransId="{F082EF2F-6325-4826-96A1-4580CC95EE28}"/>
    <dgm:cxn modelId="{974B4853-182C-44AD-BCA4-FF1138F14EFE}" type="presOf" srcId="{9D6B9A95-A2C8-4399-A5A7-ACDF17B537F6}" destId="{87279A02-8D65-480A-A5A1-61DCC5897566}" srcOrd="0" destOrd="0" presId="urn:microsoft.com/office/officeart/2005/8/layout/list1"/>
    <dgm:cxn modelId="{9B918374-CF2F-47A8-9E94-9B316A3E4F0E}" type="presOf" srcId="{40F464E2-3060-43DC-AA25-4AA673319F47}" destId="{C336AE74-FD83-4802-B27A-A85FF2FC162C}" srcOrd="0" destOrd="0" presId="urn:microsoft.com/office/officeart/2005/8/layout/list1"/>
    <dgm:cxn modelId="{BAE4CA56-0E23-45E8-8EA9-E4067FA5AF03}" type="presOf" srcId="{155933DF-B065-4F07-BB57-ECE9CDF38C9F}" destId="{0DCEA81B-5403-4650-9720-0220D46397EE}" srcOrd="0" destOrd="1" presId="urn:microsoft.com/office/officeart/2005/8/layout/list1"/>
    <dgm:cxn modelId="{03FBA77D-E69E-48BD-989B-29ADFB5B1428}" srcId="{40F464E2-3060-43DC-AA25-4AA673319F47}" destId="{334298F2-D270-4C72-979E-A01EC7943807}" srcOrd="2" destOrd="0" parTransId="{4EDAC1E6-0535-4D33-8E7B-40A5F7D66F4C}" sibTransId="{29085E90-2CB6-4B9E-BEA7-9DCC2CF47E35}"/>
    <dgm:cxn modelId="{CA176DAF-93FF-4B21-AAB7-AA8D54ED6C40}" srcId="{40F464E2-3060-43DC-AA25-4AA673319F47}" destId="{155933DF-B065-4F07-BB57-ECE9CDF38C9F}" srcOrd="1" destOrd="0" parTransId="{884B1B96-D925-4F83-9918-152FAD152C60}" sibTransId="{6D192A3F-855E-4D19-9835-B0F24D8DE5FD}"/>
    <dgm:cxn modelId="{908845B0-99F9-470E-944A-2605FC9BE9C8}" srcId="{2878B297-C9EB-4BC7-BEDA-BD1B3DA01B27}" destId="{9D6B9A95-A2C8-4399-A5A7-ACDF17B537F6}" srcOrd="0" destOrd="0" parTransId="{1BCE76D3-38A4-46EF-A09A-AB5CF009AD98}" sibTransId="{22EDF3AE-91B5-45B6-986D-987ECC354B5A}"/>
    <dgm:cxn modelId="{0CFC35B4-E171-4464-8E0F-9583F324A4DB}" type="presOf" srcId="{F7F7846C-971B-41FF-8A81-37E4648FE06F}" destId="{7AB55724-1D5F-44EE-8EB8-0DAD491ED91F}" srcOrd="0" destOrd="0" presId="urn:microsoft.com/office/officeart/2005/8/layout/list1"/>
    <dgm:cxn modelId="{315D0BB9-B4BB-46CF-A06D-A85D4239F93C}" type="presOf" srcId="{E817880A-B6EC-4AF1-8C10-9FDCA0C42B0A}" destId="{A3258777-5450-4836-A189-C011B17381BD}" srcOrd="1" destOrd="0" presId="urn:microsoft.com/office/officeart/2005/8/layout/list1"/>
    <dgm:cxn modelId="{27605BBA-25D1-457A-8DEE-090A7C3BC807}" type="presOf" srcId="{0A2AE930-9738-4A14-8908-DAFD984D0564}" destId="{7AB55724-1D5F-44EE-8EB8-0DAD491ED91F}" srcOrd="0" destOrd="2" presId="urn:microsoft.com/office/officeart/2005/8/layout/list1"/>
    <dgm:cxn modelId="{A92053CF-B932-4465-9225-C113ACEB9C2F}" srcId="{E817880A-B6EC-4AF1-8C10-9FDCA0C42B0A}" destId="{0A2AE930-9738-4A14-8908-DAFD984D0564}" srcOrd="2" destOrd="0" parTransId="{5E32F8F2-2628-42D0-A1F5-0869778B2FA5}" sibTransId="{037D586E-C029-492B-8B1B-32626CF07D00}"/>
    <dgm:cxn modelId="{666036D4-208C-4628-83CB-0EED5CB391B3}" srcId="{E817880A-B6EC-4AF1-8C10-9FDCA0C42B0A}" destId="{F7F7846C-971B-41FF-8A81-37E4648FE06F}" srcOrd="0" destOrd="0" parTransId="{715686D1-F2C6-4B12-AF63-C739F224BB94}" sibTransId="{0F5FA7F1-F985-40E5-9E5F-870BBB9E21E7}"/>
    <dgm:cxn modelId="{95C2F9E7-8304-4D33-8ADC-50AAE3E87900}" type="presOf" srcId="{E817880A-B6EC-4AF1-8C10-9FDCA0C42B0A}" destId="{BA8D8E67-15BD-42DE-B44F-37C5D01DB5B0}" srcOrd="0" destOrd="0" presId="urn:microsoft.com/office/officeart/2005/8/layout/list1"/>
    <dgm:cxn modelId="{AC7346EA-A2B8-4FCB-9442-DFDB8C99F367}" type="presOf" srcId="{9D6B9A95-A2C8-4399-A5A7-ACDF17B537F6}" destId="{37FA65BF-8006-4F95-9B6C-1283DC3C92D8}" srcOrd="1" destOrd="0" presId="urn:microsoft.com/office/officeart/2005/8/layout/list1"/>
    <dgm:cxn modelId="{0F84D4F2-7A56-4280-A676-858BF5F3E6E5}" type="presOf" srcId="{2878B297-C9EB-4BC7-BEDA-BD1B3DA01B27}" destId="{4290E1B6-0653-451B-9708-B23C29A9D8F0}" srcOrd="0" destOrd="0" presId="urn:microsoft.com/office/officeart/2005/8/layout/list1"/>
    <dgm:cxn modelId="{1ECA02FD-2099-4C7E-9407-38BA55EB9185}" type="presOf" srcId="{40F464E2-3060-43DC-AA25-4AA673319F47}" destId="{74C890FC-C37A-4F83-894E-7F708536DB82}" srcOrd="1" destOrd="0" presId="urn:microsoft.com/office/officeart/2005/8/layout/list1"/>
    <dgm:cxn modelId="{F82E32EF-6C79-4D29-AB99-78696947AA4B}" type="presParOf" srcId="{4290E1B6-0653-451B-9708-B23C29A9D8F0}" destId="{E4846929-227B-4664-836C-9C846397C079}" srcOrd="0" destOrd="0" presId="urn:microsoft.com/office/officeart/2005/8/layout/list1"/>
    <dgm:cxn modelId="{BFD5CA3A-164E-48F3-8D46-D410270CE885}" type="presParOf" srcId="{E4846929-227B-4664-836C-9C846397C079}" destId="{87279A02-8D65-480A-A5A1-61DCC5897566}" srcOrd="0" destOrd="0" presId="urn:microsoft.com/office/officeart/2005/8/layout/list1"/>
    <dgm:cxn modelId="{C3B56443-F22A-484D-9BC3-368808A66DF8}" type="presParOf" srcId="{E4846929-227B-4664-836C-9C846397C079}" destId="{37FA65BF-8006-4F95-9B6C-1283DC3C92D8}" srcOrd="1" destOrd="0" presId="urn:microsoft.com/office/officeart/2005/8/layout/list1"/>
    <dgm:cxn modelId="{D2DB9A78-C5ED-457C-8384-DD7A09FF073E}" type="presParOf" srcId="{4290E1B6-0653-451B-9708-B23C29A9D8F0}" destId="{7E5DE339-20CA-4411-836C-FFCBC2A54CF0}" srcOrd="1" destOrd="0" presId="urn:microsoft.com/office/officeart/2005/8/layout/list1"/>
    <dgm:cxn modelId="{50894D6E-5970-4B96-AED4-EFB3FE78F937}" type="presParOf" srcId="{4290E1B6-0653-451B-9708-B23C29A9D8F0}" destId="{0865B157-85FD-418F-8321-96E0566655FF}" srcOrd="2" destOrd="0" presId="urn:microsoft.com/office/officeart/2005/8/layout/list1"/>
    <dgm:cxn modelId="{E29E0455-C6D3-47EF-B1D5-0F62EEAFC095}" type="presParOf" srcId="{4290E1B6-0653-451B-9708-B23C29A9D8F0}" destId="{C5B83488-B252-4ADC-AC77-E57EBD3DC9F0}" srcOrd="3" destOrd="0" presId="urn:microsoft.com/office/officeart/2005/8/layout/list1"/>
    <dgm:cxn modelId="{65CED569-3399-4965-BA6A-2E29B01DB205}" type="presParOf" srcId="{4290E1B6-0653-451B-9708-B23C29A9D8F0}" destId="{142E5194-FA56-4CD1-A016-27D7A91959EB}" srcOrd="4" destOrd="0" presId="urn:microsoft.com/office/officeart/2005/8/layout/list1"/>
    <dgm:cxn modelId="{573EB653-0287-4BEA-AB59-3E1FAE16F6E8}" type="presParOf" srcId="{142E5194-FA56-4CD1-A016-27D7A91959EB}" destId="{BA8D8E67-15BD-42DE-B44F-37C5D01DB5B0}" srcOrd="0" destOrd="0" presId="urn:microsoft.com/office/officeart/2005/8/layout/list1"/>
    <dgm:cxn modelId="{12C02FB2-33FD-418E-8C3F-93C782191427}" type="presParOf" srcId="{142E5194-FA56-4CD1-A016-27D7A91959EB}" destId="{A3258777-5450-4836-A189-C011B17381BD}" srcOrd="1" destOrd="0" presId="urn:microsoft.com/office/officeart/2005/8/layout/list1"/>
    <dgm:cxn modelId="{AE5642BE-C699-4B98-9CBD-9AC5E99916D9}" type="presParOf" srcId="{4290E1B6-0653-451B-9708-B23C29A9D8F0}" destId="{2B2F2301-EE6C-4992-B54E-B371CAA0F3D8}" srcOrd="5" destOrd="0" presId="urn:microsoft.com/office/officeart/2005/8/layout/list1"/>
    <dgm:cxn modelId="{201ED99D-142A-422B-9DAF-88D01806AB1E}" type="presParOf" srcId="{4290E1B6-0653-451B-9708-B23C29A9D8F0}" destId="{7AB55724-1D5F-44EE-8EB8-0DAD491ED91F}" srcOrd="6" destOrd="0" presId="urn:microsoft.com/office/officeart/2005/8/layout/list1"/>
    <dgm:cxn modelId="{9CF2BF76-6E91-440C-827C-8167DC283DCA}" type="presParOf" srcId="{4290E1B6-0653-451B-9708-B23C29A9D8F0}" destId="{21159996-8933-437C-AEF8-35A9C9567DC4}" srcOrd="7" destOrd="0" presId="urn:microsoft.com/office/officeart/2005/8/layout/list1"/>
    <dgm:cxn modelId="{9627FFCB-A5E2-4B6A-83A7-526FC4FBC13D}" type="presParOf" srcId="{4290E1B6-0653-451B-9708-B23C29A9D8F0}" destId="{991021BD-827B-47ED-A3E1-326B156D8310}" srcOrd="8" destOrd="0" presId="urn:microsoft.com/office/officeart/2005/8/layout/list1"/>
    <dgm:cxn modelId="{21AFF60A-30FB-4505-BDCE-6841A8D123E4}" type="presParOf" srcId="{991021BD-827B-47ED-A3E1-326B156D8310}" destId="{C336AE74-FD83-4802-B27A-A85FF2FC162C}" srcOrd="0" destOrd="0" presId="urn:microsoft.com/office/officeart/2005/8/layout/list1"/>
    <dgm:cxn modelId="{C7A3F651-16B5-49A4-89A2-C6396C81D765}" type="presParOf" srcId="{991021BD-827B-47ED-A3E1-326B156D8310}" destId="{74C890FC-C37A-4F83-894E-7F708536DB82}" srcOrd="1" destOrd="0" presId="urn:microsoft.com/office/officeart/2005/8/layout/list1"/>
    <dgm:cxn modelId="{C6FD47AC-F08B-4184-B7F9-8F6749386689}" type="presParOf" srcId="{4290E1B6-0653-451B-9708-B23C29A9D8F0}" destId="{E4801ACD-898A-4990-8379-10BCE93A6ED9}" srcOrd="9" destOrd="0" presId="urn:microsoft.com/office/officeart/2005/8/layout/list1"/>
    <dgm:cxn modelId="{7E077DD1-0560-4FE0-B291-C4939F50B36D}" type="presParOf" srcId="{4290E1B6-0653-451B-9708-B23C29A9D8F0}" destId="{0DCEA81B-5403-4650-9720-0220D46397E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2CF5FB-8D2C-42CF-AE91-AA4F92AF4E1F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A90C1F2-DF6C-4F71-B431-72F2DD17B55A}">
      <dgm:prSet/>
      <dgm:spPr/>
      <dgm:t>
        <a:bodyPr/>
        <a:lstStyle/>
        <a:p>
          <a:r>
            <a:rPr lang="en-US" dirty="0"/>
            <a:t>Identify core topics for fast candidate search</a:t>
          </a:r>
          <a:endParaRPr lang="en-IN" dirty="0"/>
        </a:p>
      </dgm:t>
    </dgm:pt>
    <dgm:pt modelId="{5648C9FE-7D2C-4EEA-8272-FF48C0204B2A}" type="parTrans" cxnId="{0BBA2C48-FE20-4503-BE20-2267987C1CEE}">
      <dgm:prSet/>
      <dgm:spPr/>
      <dgm:t>
        <a:bodyPr/>
        <a:lstStyle/>
        <a:p>
          <a:endParaRPr lang="en-IN"/>
        </a:p>
      </dgm:t>
    </dgm:pt>
    <dgm:pt modelId="{DBCEE521-890F-4721-82FA-4AE6562C5CD6}" type="sibTrans" cxnId="{0BBA2C48-FE20-4503-BE20-2267987C1CEE}">
      <dgm:prSet/>
      <dgm:spPr/>
      <dgm:t>
        <a:bodyPr/>
        <a:lstStyle/>
        <a:p>
          <a:endParaRPr lang="en-IN"/>
        </a:p>
      </dgm:t>
    </dgm:pt>
    <dgm:pt modelId="{B0252744-366C-4B00-8131-FC194A1B4A5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/>
            <a:t>TF-IDF with n-grams</a:t>
          </a:r>
        </a:p>
      </dgm:t>
    </dgm:pt>
    <dgm:pt modelId="{34DF5598-D3EA-46B2-9CA5-C01CF45C4E7F}" type="parTrans" cxnId="{49B080CD-0BC1-4218-9691-B0B6F25C662A}">
      <dgm:prSet/>
      <dgm:spPr/>
      <dgm:t>
        <a:bodyPr/>
        <a:lstStyle/>
        <a:p>
          <a:endParaRPr lang="en-IN"/>
        </a:p>
      </dgm:t>
    </dgm:pt>
    <dgm:pt modelId="{DD830979-4B3D-406D-AAAB-D100323D8892}" type="sibTrans" cxnId="{49B080CD-0BC1-4218-9691-B0B6F25C662A}">
      <dgm:prSet/>
      <dgm:spPr/>
      <dgm:t>
        <a:bodyPr/>
        <a:lstStyle/>
        <a:p>
          <a:endParaRPr lang="en-IN"/>
        </a:p>
      </dgm:t>
    </dgm:pt>
    <dgm:pt modelId="{733EF185-08D3-49D7-AFA0-4E36BFB60C91}">
      <dgm:prSet/>
      <dgm:spPr/>
      <dgm:t>
        <a:bodyPr/>
        <a:lstStyle/>
        <a:p>
          <a:pPr>
            <a:buNone/>
          </a:pPr>
          <a:r>
            <a:rPr lang="en-IN" b="1" dirty="0"/>
            <a:t>Benefits:</a:t>
          </a:r>
          <a:endParaRPr lang="en-IN" dirty="0"/>
        </a:p>
      </dgm:t>
    </dgm:pt>
    <dgm:pt modelId="{E2948BC2-0294-407B-A8A0-305913F96CF0}" type="parTrans" cxnId="{CE011311-B1E1-41C6-BA01-C4585EE65F70}">
      <dgm:prSet/>
      <dgm:spPr/>
      <dgm:t>
        <a:bodyPr/>
        <a:lstStyle/>
        <a:p>
          <a:endParaRPr lang="en-IN"/>
        </a:p>
      </dgm:t>
    </dgm:pt>
    <dgm:pt modelId="{4ACD51D0-246B-4561-855C-2C24F7B02EA5}" type="sibTrans" cxnId="{CE011311-B1E1-41C6-BA01-C4585EE65F70}">
      <dgm:prSet/>
      <dgm:spPr/>
      <dgm:t>
        <a:bodyPr/>
        <a:lstStyle/>
        <a:p>
          <a:endParaRPr lang="en-IN"/>
        </a:p>
      </dgm:t>
    </dgm:pt>
    <dgm:pt modelId="{AC742A50-B2C1-4B5F-AF56-68AC0352665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Quickly locate skills and experience</a:t>
          </a:r>
        </a:p>
      </dgm:t>
    </dgm:pt>
    <dgm:pt modelId="{DA7CC788-28E7-4724-A5B0-4D2B995E416B}" type="parTrans" cxnId="{F2352137-EDC3-4862-A085-7F52025BCC65}">
      <dgm:prSet/>
      <dgm:spPr/>
      <dgm:t>
        <a:bodyPr/>
        <a:lstStyle/>
        <a:p>
          <a:endParaRPr lang="en-IN"/>
        </a:p>
      </dgm:t>
    </dgm:pt>
    <dgm:pt modelId="{CC7B87E8-736E-44A2-BDA6-A5BA770F0481}" type="sibTrans" cxnId="{F2352137-EDC3-4862-A085-7F52025BCC65}">
      <dgm:prSet/>
      <dgm:spPr/>
      <dgm:t>
        <a:bodyPr/>
        <a:lstStyle/>
        <a:p>
          <a:endParaRPr lang="en-IN"/>
        </a:p>
      </dgm:t>
    </dgm:pt>
    <dgm:pt modelId="{D5F333D9-9736-4B60-8E61-4ED29C7A4FC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Filter candidates by role-specific phrases</a:t>
          </a:r>
        </a:p>
      </dgm:t>
    </dgm:pt>
    <dgm:pt modelId="{A2620F72-D1E2-4F86-B4F9-0E6EA2479B00}" type="parTrans" cxnId="{9E452199-2B68-4761-A096-DC2E87689A8D}">
      <dgm:prSet/>
      <dgm:spPr/>
      <dgm:t>
        <a:bodyPr/>
        <a:lstStyle/>
        <a:p>
          <a:endParaRPr lang="en-IN"/>
        </a:p>
      </dgm:t>
    </dgm:pt>
    <dgm:pt modelId="{3EC135AE-D4D5-4B07-873F-7D74C6CE0E49}" type="sibTrans" cxnId="{9E452199-2B68-4761-A096-DC2E87689A8D}">
      <dgm:prSet/>
      <dgm:spPr/>
      <dgm:t>
        <a:bodyPr/>
        <a:lstStyle/>
        <a:p>
          <a:endParaRPr lang="en-IN"/>
        </a:p>
      </dgm:t>
    </dgm:pt>
    <dgm:pt modelId="{08ECECAF-E2DC-479E-892F-02957EE899B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Surface repeated themes for calibration</a:t>
          </a:r>
        </a:p>
      </dgm:t>
    </dgm:pt>
    <dgm:pt modelId="{12A04520-A376-4031-8A59-D16A66866D07}" type="parTrans" cxnId="{4C955D34-1DE1-4ABE-A89F-A59765652F87}">
      <dgm:prSet/>
      <dgm:spPr/>
      <dgm:t>
        <a:bodyPr/>
        <a:lstStyle/>
        <a:p>
          <a:endParaRPr lang="en-IN"/>
        </a:p>
      </dgm:t>
    </dgm:pt>
    <dgm:pt modelId="{FE636C72-BA48-430B-A05B-BC4A83DCD8FB}" type="sibTrans" cxnId="{4C955D34-1DE1-4ABE-A89F-A59765652F87}">
      <dgm:prSet/>
      <dgm:spPr/>
      <dgm:t>
        <a:bodyPr/>
        <a:lstStyle/>
        <a:p>
          <a:endParaRPr lang="en-IN"/>
        </a:p>
      </dgm:t>
    </dgm:pt>
    <dgm:pt modelId="{175711DD-88AD-40F9-BC52-C4419CFB4C83}">
      <dgm:prSet/>
      <dgm:spPr/>
      <dgm:t>
        <a:bodyPr/>
        <a:lstStyle/>
        <a:p>
          <a:r>
            <a:rPr lang="en-US" b="1" dirty="0"/>
            <a:t>Goal:</a:t>
          </a:r>
          <a:r>
            <a:rPr lang="en-US" dirty="0"/>
            <a:t> </a:t>
          </a:r>
          <a:endParaRPr lang="en-IN" dirty="0"/>
        </a:p>
      </dgm:t>
    </dgm:pt>
    <dgm:pt modelId="{C1322107-7D83-479A-A311-178FD2F01310}" type="parTrans" cxnId="{7916312B-028F-46A2-B0BC-E54C2A3B0186}">
      <dgm:prSet/>
      <dgm:spPr/>
      <dgm:t>
        <a:bodyPr/>
        <a:lstStyle/>
        <a:p>
          <a:endParaRPr lang="en-IN"/>
        </a:p>
      </dgm:t>
    </dgm:pt>
    <dgm:pt modelId="{476C8C56-C874-483A-B8C8-9A033DDB9386}" type="sibTrans" cxnId="{7916312B-028F-46A2-B0BC-E54C2A3B0186}">
      <dgm:prSet/>
      <dgm:spPr/>
      <dgm:t>
        <a:bodyPr/>
        <a:lstStyle/>
        <a:p>
          <a:endParaRPr lang="en-IN"/>
        </a:p>
      </dgm:t>
    </dgm:pt>
    <dgm:pt modelId="{79AFB94F-69C6-49B9-9376-8B4AE7A9A248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 dirty="0" err="1"/>
            <a:t>Stopword</a:t>
          </a:r>
          <a:r>
            <a:rPr lang="en-IN" dirty="0"/>
            <a:t> and low-information filtering</a:t>
          </a:r>
        </a:p>
      </dgm:t>
    </dgm:pt>
    <dgm:pt modelId="{5FB5CEEF-C6E7-4B9C-BEAD-6B05BA6834E6}" type="parTrans" cxnId="{2053958F-2532-4250-9085-5F7F60A27DC5}">
      <dgm:prSet/>
      <dgm:spPr/>
      <dgm:t>
        <a:bodyPr/>
        <a:lstStyle/>
        <a:p>
          <a:endParaRPr lang="en-IN"/>
        </a:p>
      </dgm:t>
    </dgm:pt>
    <dgm:pt modelId="{3C87D426-63A7-4824-B34E-26FDCC006E88}" type="sibTrans" cxnId="{2053958F-2532-4250-9085-5F7F60A27DC5}">
      <dgm:prSet/>
      <dgm:spPr/>
      <dgm:t>
        <a:bodyPr/>
        <a:lstStyle/>
        <a:p>
          <a:endParaRPr lang="en-IN"/>
        </a:p>
      </dgm:t>
    </dgm:pt>
    <dgm:pt modelId="{ECC8B13B-C799-45F8-9F34-4D03C7189534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Highlights HR and professional terms</a:t>
          </a:r>
        </a:p>
      </dgm:t>
    </dgm:pt>
    <dgm:pt modelId="{2DF5FB21-6BFD-46C2-A6CD-337E8C9703F1}" type="parTrans" cxnId="{3170B7B8-C7B7-4829-8A92-B26A6B708BD7}">
      <dgm:prSet/>
      <dgm:spPr/>
      <dgm:t>
        <a:bodyPr/>
        <a:lstStyle/>
        <a:p>
          <a:endParaRPr lang="en-IN"/>
        </a:p>
      </dgm:t>
    </dgm:pt>
    <dgm:pt modelId="{02EC755A-540E-47E3-82F1-A9C843BE29F8}" type="sibTrans" cxnId="{3170B7B8-C7B7-4829-8A92-B26A6B708BD7}">
      <dgm:prSet/>
      <dgm:spPr/>
      <dgm:t>
        <a:bodyPr/>
        <a:lstStyle/>
        <a:p>
          <a:endParaRPr lang="en-IN"/>
        </a:p>
      </dgm:t>
    </dgm:pt>
    <dgm:pt modelId="{A2F8A1CD-3D43-4B05-A331-1DA63C0C0C5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Enables keyword-based navigation and filtering</a:t>
          </a:r>
        </a:p>
      </dgm:t>
    </dgm:pt>
    <dgm:pt modelId="{F0E0CA62-758D-420C-AD81-0BF7DDDA8DD6}" type="parTrans" cxnId="{FF068596-E523-4454-8FB8-419C64A2BE2A}">
      <dgm:prSet/>
      <dgm:spPr/>
      <dgm:t>
        <a:bodyPr/>
        <a:lstStyle/>
        <a:p>
          <a:endParaRPr lang="en-IN"/>
        </a:p>
      </dgm:t>
    </dgm:pt>
    <dgm:pt modelId="{05632A47-F86B-46EF-8607-BA564D43163C}" type="sibTrans" cxnId="{FF068596-E523-4454-8FB8-419C64A2BE2A}">
      <dgm:prSet/>
      <dgm:spPr/>
      <dgm:t>
        <a:bodyPr/>
        <a:lstStyle/>
        <a:p>
          <a:endParaRPr lang="en-IN"/>
        </a:p>
      </dgm:t>
    </dgm:pt>
    <dgm:pt modelId="{F677254C-62A6-4D08-B722-92DF36CC936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Supports aggregated insights across candidates</a:t>
          </a:r>
        </a:p>
      </dgm:t>
    </dgm:pt>
    <dgm:pt modelId="{127D5017-81BE-4FD6-A4FA-DE343E6F743A}" type="parTrans" cxnId="{3FFE7096-D320-448F-A9FC-A3FB1BA8E554}">
      <dgm:prSet/>
      <dgm:spPr/>
      <dgm:t>
        <a:bodyPr/>
        <a:lstStyle/>
        <a:p>
          <a:endParaRPr lang="en-IN"/>
        </a:p>
      </dgm:t>
    </dgm:pt>
    <dgm:pt modelId="{420DF58D-3A4C-4BA0-A78C-1416BFE776F1}" type="sibTrans" cxnId="{3FFE7096-D320-448F-A9FC-A3FB1BA8E554}">
      <dgm:prSet/>
      <dgm:spPr/>
      <dgm:t>
        <a:bodyPr/>
        <a:lstStyle/>
        <a:p>
          <a:endParaRPr lang="en-IN"/>
        </a:p>
      </dgm:t>
    </dgm:pt>
    <dgm:pt modelId="{F5AC7073-03B6-49E6-AA71-22D1B46F5162}" type="pres">
      <dgm:prSet presAssocID="{A42CF5FB-8D2C-42CF-AE91-AA4F92AF4E1F}" presName="linear" presStyleCnt="0">
        <dgm:presLayoutVars>
          <dgm:dir/>
          <dgm:animLvl val="lvl"/>
          <dgm:resizeHandles val="exact"/>
        </dgm:presLayoutVars>
      </dgm:prSet>
      <dgm:spPr/>
    </dgm:pt>
    <dgm:pt modelId="{3A2F305C-A184-4C2E-8D05-7A98E0A7993B}" type="pres">
      <dgm:prSet presAssocID="{175711DD-88AD-40F9-BC52-C4419CFB4C83}" presName="parentLin" presStyleCnt="0"/>
      <dgm:spPr/>
    </dgm:pt>
    <dgm:pt modelId="{423B002D-4591-46FC-A7E0-D39BE9A1B07F}" type="pres">
      <dgm:prSet presAssocID="{175711DD-88AD-40F9-BC52-C4419CFB4C83}" presName="parentLeftMargin" presStyleLbl="node1" presStyleIdx="0" presStyleCnt="2"/>
      <dgm:spPr/>
    </dgm:pt>
    <dgm:pt modelId="{5A83C3B9-1F03-4B9E-8F4A-53B90B71B0DD}" type="pres">
      <dgm:prSet presAssocID="{175711DD-88AD-40F9-BC52-C4419CFB4C8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9DCCD17-34DF-4A1E-B460-8E9F6ADE0172}" type="pres">
      <dgm:prSet presAssocID="{175711DD-88AD-40F9-BC52-C4419CFB4C83}" presName="negativeSpace" presStyleCnt="0"/>
      <dgm:spPr/>
    </dgm:pt>
    <dgm:pt modelId="{C5398899-4A42-4185-AEEB-602AD9BD9B06}" type="pres">
      <dgm:prSet presAssocID="{175711DD-88AD-40F9-BC52-C4419CFB4C83}" presName="childText" presStyleLbl="conFgAcc1" presStyleIdx="0" presStyleCnt="2" custLinFactNeighborX="889" custLinFactNeighborY="-20962">
        <dgm:presLayoutVars>
          <dgm:bulletEnabled val="1"/>
        </dgm:presLayoutVars>
      </dgm:prSet>
      <dgm:spPr/>
    </dgm:pt>
    <dgm:pt modelId="{8EA84C23-9F34-4760-BC71-1C85D2CBD68E}" type="pres">
      <dgm:prSet presAssocID="{476C8C56-C874-483A-B8C8-9A033DDB9386}" presName="spaceBetweenRectangles" presStyleCnt="0"/>
      <dgm:spPr/>
    </dgm:pt>
    <dgm:pt modelId="{10B1DC16-6AAB-4A9B-BCAD-5678CECF11CA}" type="pres">
      <dgm:prSet presAssocID="{733EF185-08D3-49D7-AFA0-4E36BFB60C91}" presName="parentLin" presStyleCnt="0"/>
      <dgm:spPr/>
    </dgm:pt>
    <dgm:pt modelId="{D2D196CB-2469-4AED-AD32-9B5798E505B3}" type="pres">
      <dgm:prSet presAssocID="{733EF185-08D3-49D7-AFA0-4E36BFB60C91}" presName="parentLeftMargin" presStyleLbl="node1" presStyleIdx="0" presStyleCnt="2"/>
      <dgm:spPr/>
    </dgm:pt>
    <dgm:pt modelId="{74A02D75-E93B-4FC2-8522-761837915BFF}" type="pres">
      <dgm:prSet presAssocID="{733EF185-08D3-49D7-AFA0-4E36BFB60C9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9F0ABF9-2303-4F05-AC1D-C973607E5380}" type="pres">
      <dgm:prSet presAssocID="{733EF185-08D3-49D7-AFA0-4E36BFB60C91}" presName="negativeSpace" presStyleCnt="0"/>
      <dgm:spPr/>
    </dgm:pt>
    <dgm:pt modelId="{10A333CE-DA5D-484F-AAD8-4CC06C082943}" type="pres">
      <dgm:prSet presAssocID="{733EF185-08D3-49D7-AFA0-4E36BFB60C91}" presName="childText" presStyleLbl="conFgAcc1" presStyleIdx="1" presStyleCnt="2" custLinFactNeighborY="-11477">
        <dgm:presLayoutVars>
          <dgm:bulletEnabled val="1"/>
        </dgm:presLayoutVars>
      </dgm:prSet>
      <dgm:spPr/>
    </dgm:pt>
  </dgm:ptLst>
  <dgm:cxnLst>
    <dgm:cxn modelId="{A7EB0402-67D6-417B-8C31-755518EC0811}" type="presOf" srcId="{79AFB94F-69C6-49B9-9376-8B4AE7A9A248}" destId="{C5398899-4A42-4185-AEEB-602AD9BD9B06}" srcOrd="0" destOrd="2" presId="urn:microsoft.com/office/officeart/2005/8/layout/list1"/>
    <dgm:cxn modelId="{FD66EC08-E106-496C-93CC-320465586F37}" type="presOf" srcId="{175711DD-88AD-40F9-BC52-C4419CFB4C83}" destId="{5A83C3B9-1F03-4B9E-8F4A-53B90B71B0DD}" srcOrd="1" destOrd="0" presId="urn:microsoft.com/office/officeart/2005/8/layout/list1"/>
    <dgm:cxn modelId="{CE011311-B1E1-41C6-BA01-C4585EE65F70}" srcId="{A42CF5FB-8D2C-42CF-AE91-AA4F92AF4E1F}" destId="{733EF185-08D3-49D7-AFA0-4E36BFB60C91}" srcOrd="1" destOrd="0" parTransId="{E2948BC2-0294-407B-A8A0-305913F96CF0}" sibTransId="{4ACD51D0-246B-4561-855C-2C24F7B02EA5}"/>
    <dgm:cxn modelId="{CA7C5A12-6F67-4D07-828F-30FD05E577E8}" type="presOf" srcId="{D5F333D9-9736-4B60-8E61-4ED29C7A4FC8}" destId="{10A333CE-DA5D-484F-AAD8-4CC06C082943}" srcOrd="0" destOrd="1" presId="urn:microsoft.com/office/officeart/2005/8/layout/list1"/>
    <dgm:cxn modelId="{2BEDF214-03A5-4486-B78B-2771443EFC9D}" type="presOf" srcId="{AC742A50-B2C1-4B5F-AF56-68AC0352665B}" destId="{10A333CE-DA5D-484F-AAD8-4CC06C082943}" srcOrd="0" destOrd="0" presId="urn:microsoft.com/office/officeart/2005/8/layout/list1"/>
    <dgm:cxn modelId="{3B049A1D-3E8F-4658-9ED7-67A066E38CED}" type="presOf" srcId="{733EF185-08D3-49D7-AFA0-4E36BFB60C91}" destId="{D2D196CB-2469-4AED-AD32-9B5798E505B3}" srcOrd="0" destOrd="0" presId="urn:microsoft.com/office/officeart/2005/8/layout/list1"/>
    <dgm:cxn modelId="{A00C3922-F005-47EC-8E27-6820AE3CD746}" type="presOf" srcId="{B0252744-366C-4B00-8131-FC194A1B4A5A}" destId="{C5398899-4A42-4185-AEEB-602AD9BD9B06}" srcOrd="0" destOrd="1" presId="urn:microsoft.com/office/officeart/2005/8/layout/list1"/>
    <dgm:cxn modelId="{7916312B-028F-46A2-B0BC-E54C2A3B0186}" srcId="{A42CF5FB-8D2C-42CF-AE91-AA4F92AF4E1F}" destId="{175711DD-88AD-40F9-BC52-C4419CFB4C83}" srcOrd="0" destOrd="0" parTransId="{C1322107-7D83-479A-A311-178FD2F01310}" sibTransId="{476C8C56-C874-483A-B8C8-9A033DDB9386}"/>
    <dgm:cxn modelId="{22001E32-A1FB-43F6-AEC2-17D18F38C2D8}" type="presOf" srcId="{F677254C-62A6-4D08-B722-92DF36CC9366}" destId="{C5398899-4A42-4185-AEEB-602AD9BD9B06}" srcOrd="0" destOrd="5" presId="urn:microsoft.com/office/officeart/2005/8/layout/list1"/>
    <dgm:cxn modelId="{4C955D34-1DE1-4ABE-A89F-A59765652F87}" srcId="{733EF185-08D3-49D7-AFA0-4E36BFB60C91}" destId="{08ECECAF-E2DC-479E-892F-02957EE899BB}" srcOrd="2" destOrd="0" parTransId="{12A04520-A376-4031-8A59-D16A66866D07}" sibTransId="{FE636C72-BA48-430B-A05B-BC4A83DCD8FB}"/>
    <dgm:cxn modelId="{F2352137-EDC3-4862-A085-7F52025BCC65}" srcId="{733EF185-08D3-49D7-AFA0-4E36BFB60C91}" destId="{AC742A50-B2C1-4B5F-AF56-68AC0352665B}" srcOrd="0" destOrd="0" parTransId="{DA7CC788-28E7-4724-A5B0-4D2B995E416B}" sibTransId="{CC7B87E8-736E-44A2-BDA6-A5BA770F0481}"/>
    <dgm:cxn modelId="{BC216839-BF6A-4CFC-B1F0-FC51D0617302}" type="presOf" srcId="{08ECECAF-E2DC-479E-892F-02957EE899BB}" destId="{10A333CE-DA5D-484F-AAD8-4CC06C082943}" srcOrd="0" destOrd="2" presId="urn:microsoft.com/office/officeart/2005/8/layout/list1"/>
    <dgm:cxn modelId="{03F76A3E-642F-4A5A-9714-4F21B47246A4}" type="presOf" srcId="{A42CF5FB-8D2C-42CF-AE91-AA4F92AF4E1F}" destId="{F5AC7073-03B6-49E6-AA71-22D1B46F5162}" srcOrd="0" destOrd="0" presId="urn:microsoft.com/office/officeart/2005/8/layout/list1"/>
    <dgm:cxn modelId="{A2E5B261-E762-4A12-8746-E0370047BC34}" type="presOf" srcId="{ECC8B13B-C799-45F8-9F34-4D03C7189534}" destId="{C5398899-4A42-4185-AEEB-602AD9BD9B06}" srcOrd="0" destOrd="3" presId="urn:microsoft.com/office/officeart/2005/8/layout/list1"/>
    <dgm:cxn modelId="{5E62AB66-CDB8-4988-B028-B148E0862FFE}" type="presOf" srcId="{733EF185-08D3-49D7-AFA0-4E36BFB60C91}" destId="{74A02D75-E93B-4FC2-8522-761837915BFF}" srcOrd="1" destOrd="0" presId="urn:microsoft.com/office/officeart/2005/8/layout/list1"/>
    <dgm:cxn modelId="{0BBA2C48-FE20-4503-BE20-2267987C1CEE}" srcId="{175711DD-88AD-40F9-BC52-C4419CFB4C83}" destId="{1A90C1F2-DF6C-4F71-B431-72F2DD17B55A}" srcOrd="0" destOrd="0" parTransId="{5648C9FE-7D2C-4EEA-8272-FF48C0204B2A}" sibTransId="{DBCEE521-890F-4721-82FA-4AE6562C5CD6}"/>
    <dgm:cxn modelId="{5DB55B49-CE8E-432C-A102-4E68706BEC2D}" type="presOf" srcId="{175711DD-88AD-40F9-BC52-C4419CFB4C83}" destId="{423B002D-4591-46FC-A7E0-D39BE9A1B07F}" srcOrd="0" destOrd="0" presId="urn:microsoft.com/office/officeart/2005/8/layout/list1"/>
    <dgm:cxn modelId="{3B0B1A57-5A9A-40E8-B91A-08E3F3666CC3}" type="presOf" srcId="{1A90C1F2-DF6C-4F71-B431-72F2DD17B55A}" destId="{C5398899-4A42-4185-AEEB-602AD9BD9B06}" srcOrd="0" destOrd="0" presId="urn:microsoft.com/office/officeart/2005/8/layout/list1"/>
    <dgm:cxn modelId="{FD229D7D-56DB-46A3-A446-BBF0707889A6}" type="presOf" srcId="{A2F8A1CD-3D43-4B05-A331-1DA63C0C0C56}" destId="{C5398899-4A42-4185-AEEB-602AD9BD9B06}" srcOrd="0" destOrd="4" presId="urn:microsoft.com/office/officeart/2005/8/layout/list1"/>
    <dgm:cxn modelId="{2053958F-2532-4250-9085-5F7F60A27DC5}" srcId="{175711DD-88AD-40F9-BC52-C4419CFB4C83}" destId="{79AFB94F-69C6-49B9-9376-8B4AE7A9A248}" srcOrd="2" destOrd="0" parTransId="{5FB5CEEF-C6E7-4B9C-BEAD-6B05BA6834E6}" sibTransId="{3C87D426-63A7-4824-B34E-26FDCC006E88}"/>
    <dgm:cxn modelId="{3FFE7096-D320-448F-A9FC-A3FB1BA8E554}" srcId="{175711DD-88AD-40F9-BC52-C4419CFB4C83}" destId="{F677254C-62A6-4D08-B722-92DF36CC9366}" srcOrd="5" destOrd="0" parTransId="{127D5017-81BE-4FD6-A4FA-DE343E6F743A}" sibTransId="{420DF58D-3A4C-4BA0-A78C-1416BFE776F1}"/>
    <dgm:cxn modelId="{FF068596-E523-4454-8FB8-419C64A2BE2A}" srcId="{175711DD-88AD-40F9-BC52-C4419CFB4C83}" destId="{A2F8A1CD-3D43-4B05-A331-1DA63C0C0C56}" srcOrd="4" destOrd="0" parTransId="{F0E0CA62-758D-420C-AD81-0BF7DDDA8DD6}" sibTransId="{05632A47-F86B-46EF-8607-BA564D43163C}"/>
    <dgm:cxn modelId="{9E452199-2B68-4761-A096-DC2E87689A8D}" srcId="{733EF185-08D3-49D7-AFA0-4E36BFB60C91}" destId="{D5F333D9-9736-4B60-8E61-4ED29C7A4FC8}" srcOrd="1" destOrd="0" parTransId="{A2620F72-D1E2-4F86-B4F9-0E6EA2479B00}" sibTransId="{3EC135AE-D4D5-4B07-873F-7D74C6CE0E49}"/>
    <dgm:cxn modelId="{3170B7B8-C7B7-4829-8A92-B26A6B708BD7}" srcId="{175711DD-88AD-40F9-BC52-C4419CFB4C83}" destId="{ECC8B13B-C799-45F8-9F34-4D03C7189534}" srcOrd="3" destOrd="0" parTransId="{2DF5FB21-6BFD-46C2-A6CD-337E8C9703F1}" sibTransId="{02EC755A-540E-47E3-82F1-A9C843BE29F8}"/>
    <dgm:cxn modelId="{49B080CD-0BC1-4218-9691-B0B6F25C662A}" srcId="{175711DD-88AD-40F9-BC52-C4419CFB4C83}" destId="{B0252744-366C-4B00-8131-FC194A1B4A5A}" srcOrd="1" destOrd="0" parTransId="{34DF5598-D3EA-46B2-9CA5-C01CF45C4E7F}" sibTransId="{DD830979-4B3D-406D-AAAB-D100323D8892}"/>
    <dgm:cxn modelId="{4DDC7889-90E3-4EDB-A1F1-AD822854056E}" type="presParOf" srcId="{F5AC7073-03B6-49E6-AA71-22D1B46F5162}" destId="{3A2F305C-A184-4C2E-8D05-7A98E0A7993B}" srcOrd="0" destOrd="0" presId="urn:microsoft.com/office/officeart/2005/8/layout/list1"/>
    <dgm:cxn modelId="{81F2D1CC-FB67-4BFF-9922-82010A0EB206}" type="presParOf" srcId="{3A2F305C-A184-4C2E-8D05-7A98E0A7993B}" destId="{423B002D-4591-46FC-A7E0-D39BE9A1B07F}" srcOrd="0" destOrd="0" presId="urn:microsoft.com/office/officeart/2005/8/layout/list1"/>
    <dgm:cxn modelId="{A5180D4B-822B-421A-80AA-A2E194A2F3AA}" type="presParOf" srcId="{3A2F305C-A184-4C2E-8D05-7A98E0A7993B}" destId="{5A83C3B9-1F03-4B9E-8F4A-53B90B71B0DD}" srcOrd="1" destOrd="0" presId="urn:microsoft.com/office/officeart/2005/8/layout/list1"/>
    <dgm:cxn modelId="{E302A2C1-6EED-425A-94A4-4AF0DA1818C4}" type="presParOf" srcId="{F5AC7073-03B6-49E6-AA71-22D1B46F5162}" destId="{89DCCD17-34DF-4A1E-B460-8E9F6ADE0172}" srcOrd="1" destOrd="0" presId="urn:microsoft.com/office/officeart/2005/8/layout/list1"/>
    <dgm:cxn modelId="{D05BFB52-C34B-4829-BF88-363BD0336235}" type="presParOf" srcId="{F5AC7073-03B6-49E6-AA71-22D1B46F5162}" destId="{C5398899-4A42-4185-AEEB-602AD9BD9B06}" srcOrd="2" destOrd="0" presId="urn:microsoft.com/office/officeart/2005/8/layout/list1"/>
    <dgm:cxn modelId="{7ACA5862-7A50-4285-BD72-4820C495A2E8}" type="presParOf" srcId="{F5AC7073-03B6-49E6-AA71-22D1B46F5162}" destId="{8EA84C23-9F34-4760-BC71-1C85D2CBD68E}" srcOrd="3" destOrd="0" presId="urn:microsoft.com/office/officeart/2005/8/layout/list1"/>
    <dgm:cxn modelId="{A6C75510-20E7-4870-81F4-B3C1AD9BC228}" type="presParOf" srcId="{F5AC7073-03B6-49E6-AA71-22D1B46F5162}" destId="{10B1DC16-6AAB-4A9B-BCAD-5678CECF11CA}" srcOrd="4" destOrd="0" presId="urn:microsoft.com/office/officeart/2005/8/layout/list1"/>
    <dgm:cxn modelId="{81181164-C4D0-4517-99BA-87460F34C603}" type="presParOf" srcId="{10B1DC16-6AAB-4A9B-BCAD-5678CECF11CA}" destId="{D2D196CB-2469-4AED-AD32-9B5798E505B3}" srcOrd="0" destOrd="0" presId="urn:microsoft.com/office/officeart/2005/8/layout/list1"/>
    <dgm:cxn modelId="{273688CE-F25F-40FD-B378-4987F94913E1}" type="presParOf" srcId="{10B1DC16-6AAB-4A9B-BCAD-5678CECF11CA}" destId="{74A02D75-E93B-4FC2-8522-761837915BFF}" srcOrd="1" destOrd="0" presId="urn:microsoft.com/office/officeart/2005/8/layout/list1"/>
    <dgm:cxn modelId="{D05752CD-BE87-45E7-B20C-105B11E73C21}" type="presParOf" srcId="{F5AC7073-03B6-49E6-AA71-22D1B46F5162}" destId="{09F0ABF9-2303-4F05-AC1D-C973607E5380}" srcOrd="5" destOrd="0" presId="urn:microsoft.com/office/officeart/2005/8/layout/list1"/>
    <dgm:cxn modelId="{F48C1C63-8098-444A-90C6-FBB7B3A00A48}" type="presParOf" srcId="{F5AC7073-03B6-49E6-AA71-22D1B46F5162}" destId="{10A333CE-DA5D-484F-AAD8-4CC06C08294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B8E38D5-4F3B-4798-86A6-68F079C949B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F4FE77B-8BC8-4317-A89E-0C4237B03791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Tracks positive, neutral, and negative sentiment.</a:t>
          </a:r>
          <a:endParaRPr lang="en-IN" dirty="0"/>
        </a:p>
      </dgm:t>
    </dgm:pt>
    <dgm:pt modelId="{B5CA3127-DB5B-42A9-A37D-A09AB00CB268}" type="parTrans" cxnId="{A01DC5ED-3AAE-45C6-A02F-0FD01A8EBD79}">
      <dgm:prSet/>
      <dgm:spPr/>
      <dgm:t>
        <a:bodyPr/>
        <a:lstStyle/>
        <a:p>
          <a:endParaRPr lang="en-IN"/>
        </a:p>
      </dgm:t>
    </dgm:pt>
    <dgm:pt modelId="{B7D59711-6ED2-48AB-B012-926A9F9E2790}" type="sibTrans" cxnId="{A01DC5ED-3AAE-45C6-A02F-0FD01A8EBD79}">
      <dgm:prSet/>
      <dgm:spPr/>
      <dgm:t>
        <a:bodyPr/>
        <a:lstStyle/>
        <a:p>
          <a:endParaRPr lang="en-IN"/>
        </a:p>
      </dgm:t>
    </dgm:pt>
    <dgm:pt modelId="{7DDBE656-0157-48DA-B8E6-5412BBD8836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Candidate confidence or hesitation</a:t>
          </a:r>
        </a:p>
      </dgm:t>
    </dgm:pt>
    <dgm:pt modelId="{C9235F6D-CFFC-421E-B554-5185774FABF0}" type="parTrans" cxnId="{286F17DF-D3C9-4791-A3E6-183DEF72EBF3}">
      <dgm:prSet/>
      <dgm:spPr/>
      <dgm:t>
        <a:bodyPr/>
        <a:lstStyle/>
        <a:p>
          <a:endParaRPr lang="en-IN"/>
        </a:p>
      </dgm:t>
    </dgm:pt>
    <dgm:pt modelId="{9A66F611-77CA-4122-A415-C5A128B26C6C}" type="sibTrans" cxnId="{286F17DF-D3C9-4791-A3E6-183DEF72EBF3}">
      <dgm:prSet/>
      <dgm:spPr/>
      <dgm:t>
        <a:bodyPr/>
        <a:lstStyle/>
        <a:p>
          <a:endParaRPr lang="en-IN"/>
        </a:p>
      </dgm:t>
    </dgm:pt>
    <dgm:pt modelId="{89C7C6E7-08BC-4AB6-9499-2C90AEF4AB8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Interviewer neutrality</a:t>
          </a:r>
        </a:p>
      </dgm:t>
    </dgm:pt>
    <dgm:pt modelId="{6B5D4F85-B48A-4BF0-83CC-2A93253BA461}" type="parTrans" cxnId="{F765027C-83C1-4578-A76E-5C70C4C46E2A}">
      <dgm:prSet/>
      <dgm:spPr/>
      <dgm:t>
        <a:bodyPr/>
        <a:lstStyle/>
        <a:p>
          <a:endParaRPr lang="en-IN"/>
        </a:p>
      </dgm:t>
    </dgm:pt>
    <dgm:pt modelId="{6F5208C2-F2B4-4395-A054-E905D019C1BE}" type="sibTrans" cxnId="{F765027C-83C1-4578-A76E-5C70C4C46E2A}">
      <dgm:prSet/>
      <dgm:spPr/>
      <dgm:t>
        <a:bodyPr/>
        <a:lstStyle/>
        <a:p>
          <a:endParaRPr lang="en-IN"/>
        </a:p>
      </dgm:t>
    </dgm:pt>
    <dgm:pt modelId="{A147876F-A9BE-4E05-9A5B-2D848D6ED565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Emotional trends over time</a:t>
          </a:r>
        </a:p>
      </dgm:t>
    </dgm:pt>
    <dgm:pt modelId="{50A23745-29A5-4D2A-A30B-D6647DB152DF}" type="parTrans" cxnId="{DF3A04E2-5DCA-4456-AFF1-BB5AB0390642}">
      <dgm:prSet/>
      <dgm:spPr/>
      <dgm:t>
        <a:bodyPr/>
        <a:lstStyle/>
        <a:p>
          <a:endParaRPr lang="en-IN"/>
        </a:p>
      </dgm:t>
    </dgm:pt>
    <dgm:pt modelId="{78F50CB5-6679-4392-8646-F02EEF08C41C}" type="sibTrans" cxnId="{DF3A04E2-5DCA-4456-AFF1-BB5AB0390642}">
      <dgm:prSet/>
      <dgm:spPr/>
      <dgm:t>
        <a:bodyPr/>
        <a:lstStyle/>
        <a:p>
          <a:endParaRPr lang="en-IN"/>
        </a:p>
      </dgm:t>
    </dgm:pt>
    <dgm:pt modelId="{730A99FF-8B4C-4EAC-B154-FFF45D48DBC2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Segment-wise polarity analysis using VADER.</a:t>
          </a:r>
        </a:p>
      </dgm:t>
    </dgm:pt>
    <dgm:pt modelId="{86C42604-A7FB-4CF9-B5C3-3D6DEBBFDB08}" type="parTrans" cxnId="{5572AD0E-8586-4610-A9F7-0805546B55B9}">
      <dgm:prSet/>
      <dgm:spPr/>
      <dgm:t>
        <a:bodyPr/>
        <a:lstStyle/>
        <a:p>
          <a:endParaRPr lang="en-IN"/>
        </a:p>
      </dgm:t>
    </dgm:pt>
    <dgm:pt modelId="{91CA8431-0243-48D5-A50D-EFD2B1577940}" type="sibTrans" cxnId="{5572AD0E-8586-4610-A9F7-0805546B55B9}">
      <dgm:prSet/>
      <dgm:spPr/>
      <dgm:t>
        <a:bodyPr/>
        <a:lstStyle/>
        <a:p>
          <a:endParaRPr lang="en-IN"/>
        </a:p>
      </dgm:t>
    </dgm:pt>
    <dgm:pt modelId="{6A1510E8-3F2A-4A1A-9178-3518F70392D1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IN"/>
            <a:t>Identifies:</a:t>
          </a:r>
        </a:p>
      </dgm:t>
    </dgm:pt>
    <dgm:pt modelId="{48C60CF2-3948-4926-AA8C-DC2E57285D43}" type="parTrans" cxnId="{1B094487-1E0E-4B54-8176-DD53F718E979}">
      <dgm:prSet/>
      <dgm:spPr/>
      <dgm:t>
        <a:bodyPr/>
        <a:lstStyle/>
        <a:p>
          <a:endParaRPr lang="en-IN"/>
        </a:p>
      </dgm:t>
    </dgm:pt>
    <dgm:pt modelId="{B7732F2D-2AAD-4ABD-8661-E301C246B347}" type="sibTrans" cxnId="{1B094487-1E0E-4B54-8176-DD53F718E979}">
      <dgm:prSet/>
      <dgm:spPr/>
      <dgm:t>
        <a:bodyPr/>
        <a:lstStyle/>
        <a:p>
          <a:endParaRPr lang="en-IN"/>
        </a:p>
      </dgm:t>
    </dgm:pt>
    <dgm:pt modelId="{26B00574-20E0-453E-B2BA-97A19B8A3717}" type="pres">
      <dgm:prSet presAssocID="{BB8E38D5-4F3B-4798-86A6-68F079C949BC}" presName="linear" presStyleCnt="0">
        <dgm:presLayoutVars>
          <dgm:dir/>
          <dgm:animLvl val="lvl"/>
          <dgm:resizeHandles val="exact"/>
        </dgm:presLayoutVars>
      </dgm:prSet>
      <dgm:spPr/>
    </dgm:pt>
    <dgm:pt modelId="{66769AED-3152-4B0F-9D58-2389E25CAB6E}" type="pres">
      <dgm:prSet presAssocID="{EF4FE77B-8BC8-4317-A89E-0C4237B03791}" presName="parentLin" presStyleCnt="0"/>
      <dgm:spPr/>
    </dgm:pt>
    <dgm:pt modelId="{79921FB2-FE82-4072-885C-F2B79A294997}" type="pres">
      <dgm:prSet presAssocID="{EF4FE77B-8BC8-4317-A89E-0C4237B03791}" presName="parentLeftMargin" presStyleLbl="node1" presStyleIdx="0" presStyleCnt="3"/>
      <dgm:spPr/>
    </dgm:pt>
    <dgm:pt modelId="{7AA17724-D132-4317-A23D-08E71209A999}" type="pres">
      <dgm:prSet presAssocID="{EF4FE77B-8BC8-4317-A89E-0C4237B037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71802AC-E825-4B3A-8221-27A2C81DCF8B}" type="pres">
      <dgm:prSet presAssocID="{EF4FE77B-8BC8-4317-A89E-0C4237B03791}" presName="negativeSpace" presStyleCnt="0"/>
      <dgm:spPr/>
    </dgm:pt>
    <dgm:pt modelId="{CF64535B-643E-445A-96EE-E0AEAB3F79FD}" type="pres">
      <dgm:prSet presAssocID="{EF4FE77B-8BC8-4317-A89E-0C4237B03791}" presName="childText" presStyleLbl="conFgAcc1" presStyleIdx="0" presStyleCnt="3">
        <dgm:presLayoutVars>
          <dgm:bulletEnabled val="1"/>
        </dgm:presLayoutVars>
      </dgm:prSet>
      <dgm:spPr/>
    </dgm:pt>
    <dgm:pt modelId="{31BD8574-1907-4571-93AF-49044F52A831}" type="pres">
      <dgm:prSet presAssocID="{B7D59711-6ED2-48AB-B012-926A9F9E2790}" presName="spaceBetweenRectangles" presStyleCnt="0"/>
      <dgm:spPr/>
    </dgm:pt>
    <dgm:pt modelId="{7AAB8122-B606-4DD9-9390-B508CC221ADB}" type="pres">
      <dgm:prSet presAssocID="{730A99FF-8B4C-4EAC-B154-FFF45D48DBC2}" presName="parentLin" presStyleCnt="0"/>
      <dgm:spPr/>
    </dgm:pt>
    <dgm:pt modelId="{B415B20E-530A-41B4-8CB5-912B362FD040}" type="pres">
      <dgm:prSet presAssocID="{730A99FF-8B4C-4EAC-B154-FFF45D48DBC2}" presName="parentLeftMargin" presStyleLbl="node1" presStyleIdx="0" presStyleCnt="3"/>
      <dgm:spPr/>
    </dgm:pt>
    <dgm:pt modelId="{6E92FDA4-63F9-49C5-B304-64CD2026BBFF}" type="pres">
      <dgm:prSet presAssocID="{730A99FF-8B4C-4EAC-B154-FFF45D48DBC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BF3A5F-5DA0-49C3-98E8-A02EC32D0B2A}" type="pres">
      <dgm:prSet presAssocID="{730A99FF-8B4C-4EAC-B154-FFF45D48DBC2}" presName="negativeSpace" presStyleCnt="0"/>
      <dgm:spPr/>
    </dgm:pt>
    <dgm:pt modelId="{64B0922E-EDF4-427D-95E2-D3DCBCC1604E}" type="pres">
      <dgm:prSet presAssocID="{730A99FF-8B4C-4EAC-B154-FFF45D48DBC2}" presName="childText" presStyleLbl="conFgAcc1" presStyleIdx="1" presStyleCnt="3">
        <dgm:presLayoutVars>
          <dgm:bulletEnabled val="1"/>
        </dgm:presLayoutVars>
      </dgm:prSet>
      <dgm:spPr/>
    </dgm:pt>
    <dgm:pt modelId="{0A527B4E-8AD6-4A56-B11D-B29959EDD7BE}" type="pres">
      <dgm:prSet presAssocID="{91CA8431-0243-48D5-A50D-EFD2B1577940}" presName="spaceBetweenRectangles" presStyleCnt="0"/>
      <dgm:spPr/>
    </dgm:pt>
    <dgm:pt modelId="{715FE4D1-A095-4A2B-B7BC-6A8C510A59AA}" type="pres">
      <dgm:prSet presAssocID="{6A1510E8-3F2A-4A1A-9178-3518F70392D1}" presName="parentLin" presStyleCnt="0"/>
      <dgm:spPr/>
    </dgm:pt>
    <dgm:pt modelId="{1FA5D811-1781-48F5-95C2-2F9BE7FB8B4E}" type="pres">
      <dgm:prSet presAssocID="{6A1510E8-3F2A-4A1A-9178-3518F70392D1}" presName="parentLeftMargin" presStyleLbl="node1" presStyleIdx="1" presStyleCnt="3"/>
      <dgm:spPr/>
    </dgm:pt>
    <dgm:pt modelId="{B0985A41-4F39-43E6-87D8-4D66CAED3B5E}" type="pres">
      <dgm:prSet presAssocID="{6A1510E8-3F2A-4A1A-9178-3518F70392D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FAA1EC6-F89F-475E-A4D8-70D3BE359132}" type="pres">
      <dgm:prSet presAssocID="{6A1510E8-3F2A-4A1A-9178-3518F70392D1}" presName="negativeSpace" presStyleCnt="0"/>
      <dgm:spPr/>
    </dgm:pt>
    <dgm:pt modelId="{382C3DEB-4B9D-4095-94B1-0F70A68AA088}" type="pres">
      <dgm:prSet presAssocID="{6A1510E8-3F2A-4A1A-9178-3518F70392D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1AEAD02-7FE1-4162-80EC-B89DEC63F53B}" type="presOf" srcId="{730A99FF-8B4C-4EAC-B154-FFF45D48DBC2}" destId="{B415B20E-530A-41B4-8CB5-912B362FD040}" srcOrd="0" destOrd="0" presId="urn:microsoft.com/office/officeart/2005/8/layout/list1"/>
    <dgm:cxn modelId="{B1B35F0A-3285-4840-9E10-C7F70CAC57AF}" type="presOf" srcId="{A147876F-A9BE-4E05-9A5B-2D848D6ED565}" destId="{382C3DEB-4B9D-4095-94B1-0F70A68AA088}" srcOrd="0" destOrd="2" presId="urn:microsoft.com/office/officeart/2005/8/layout/list1"/>
    <dgm:cxn modelId="{5572AD0E-8586-4610-A9F7-0805546B55B9}" srcId="{BB8E38D5-4F3B-4798-86A6-68F079C949BC}" destId="{730A99FF-8B4C-4EAC-B154-FFF45D48DBC2}" srcOrd="1" destOrd="0" parTransId="{86C42604-A7FB-4CF9-B5C3-3D6DEBBFDB08}" sibTransId="{91CA8431-0243-48D5-A50D-EFD2B1577940}"/>
    <dgm:cxn modelId="{6AC7141D-2FF2-4178-B13D-35D1A90A7385}" type="presOf" srcId="{EF4FE77B-8BC8-4317-A89E-0C4237B03791}" destId="{7AA17724-D132-4317-A23D-08E71209A999}" srcOrd="1" destOrd="0" presId="urn:microsoft.com/office/officeart/2005/8/layout/list1"/>
    <dgm:cxn modelId="{09300C3D-3B1B-45B8-AD68-F6D9AD76DB23}" type="presOf" srcId="{6A1510E8-3F2A-4A1A-9178-3518F70392D1}" destId="{1FA5D811-1781-48F5-95C2-2F9BE7FB8B4E}" srcOrd="0" destOrd="0" presId="urn:microsoft.com/office/officeart/2005/8/layout/list1"/>
    <dgm:cxn modelId="{B28DE94B-536C-43A3-B5E4-5D13C7269B9E}" type="presOf" srcId="{730A99FF-8B4C-4EAC-B154-FFF45D48DBC2}" destId="{6E92FDA4-63F9-49C5-B304-64CD2026BBFF}" srcOrd="1" destOrd="0" presId="urn:microsoft.com/office/officeart/2005/8/layout/list1"/>
    <dgm:cxn modelId="{F765027C-83C1-4578-A76E-5C70C4C46E2A}" srcId="{6A1510E8-3F2A-4A1A-9178-3518F70392D1}" destId="{89C7C6E7-08BC-4AB6-9499-2C90AEF4AB8B}" srcOrd="1" destOrd="0" parTransId="{6B5D4F85-B48A-4BF0-83CC-2A93253BA461}" sibTransId="{6F5208C2-F2B4-4395-A054-E905D019C1BE}"/>
    <dgm:cxn modelId="{070B347E-20E8-41B8-8D7B-7EF0A1BC4DA1}" type="presOf" srcId="{BB8E38D5-4F3B-4798-86A6-68F079C949BC}" destId="{26B00574-20E0-453E-B2BA-97A19B8A3717}" srcOrd="0" destOrd="0" presId="urn:microsoft.com/office/officeart/2005/8/layout/list1"/>
    <dgm:cxn modelId="{1B094487-1E0E-4B54-8176-DD53F718E979}" srcId="{BB8E38D5-4F3B-4798-86A6-68F079C949BC}" destId="{6A1510E8-3F2A-4A1A-9178-3518F70392D1}" srcOrd="2" destOrd="0" parTransId="{48C60CF2-3948-4926-AA8C-DC2E57285D43}" sibTransId="{B7732F2D-2AAD-4ABD-8661-E301C246B347}"/>
    <dgm:cxn modelId="{D432198F-1DC7-4477-A989-F08AFB04D620}" type="presOf" srcId="{6A1510E8-3F2A-4A1A-9178-3518F70392D1}" destId="{B0985A41-4F39-43E6-87D8-4D66CAED3B5E}" srcOrd="1" destOrd="0" presId="urn:microsoft.com/office/officeart/2005/8/layout/list1"/>
    <dgm:cxn modelId="{B627149D-82DA-4ACD-9F20-968421093D45}" type="presOf" srcId="{89C7C6E7-08BC-4AB6-9499-2C90AEF4AB8B}" destId="{382C3DEB-4B9D-4095-94B1-0F70A68AA088}" srcOrd="0" destOrd="1" presId="urn:microsoft.com/office/officeart/2005/8/layout/list1"/>
    <dgm:cxn modelId="{F31062D6-99D8-4CDB-8BE8-046E06E9A913}" type="presOf" srcId="{7DDBE656-0157-48DA-B8E6-5412BBD88366}" destId="{382C3DEB-4B9D-4095-94B1-0F70A68AA088}" srcOrd="0" destOrd="0" presId="urn:microsoft.com/office/officeart/2005/8/layout/list1"/>
    <dgm:cxn modelId="{286F17DF-D3C9-4791-A3E6-183DEF72EBF3}" srcId="{6A1510E8-3F2A-4A1A-9178-3518F70392D1}" destId="{7DDBE656-0157-48DA-B8E6-5412BBD88366}" srcOrd="0" destOrd="0" parTransId="{C9235F6D-CFFC-421E-B554-5185774FABF0}" sibTransId="{9A66F611-77CA-4122-A415-C5A128B26C6C}"/>
    <dgm:cxn modelId="{DF3A04E2-5DCA-4456-AFF1-BB5AB0390642}" srcId="{6A1510E8-3F2A-4A1A-9178-3518F70392D1}" destId="{A147876F-A9BE-4E05-9A5B-2D848D6ED565}" srcOrd="2" destOrd="0" parTransId="{50A23745-29A5-4D2A-A30B-D6647DB152DF}" sibTransId="{78F50CB5-6679-4392-8646-F02EEF08C41C}"/>
    <dgm:cxn modelId="{A01DC5ED-3AAE-45C6-A02F-0FD01A8EBD79}" srcId="{BB8E38D5-4F3B-4798-86A6-68F079C949BC}" destId="{EF4FE77B-8BC8-4317-A89E-0C4237B03791}" srcOrd="0" destOrd="0" parTransId="{B5CA3127-DB5B-42A9-A37D-A09AB00CB268}" sibTransId="{B7D59711-6ED2-48AB-B012-926A9F9E2790}"/>
    <dgm:cxn modelId="{B00B28EE-4FCC-485F-B3BD-90F3DF10D80C}" type="presOf" srcId="{EF4FE77B-8BC8-4317-A89E-0C4237B03791}" destId="{79921FB2-FE82-4072-885C-F2B79A294997}" srcOrd="0" destOrd="0" presId="urn:microsoft.com/office/officeart/2005/8/layout/list1"/>
    <dgm:cxn modelId="{48C11BC8-EF14-4A6F-B865-559345203560}" type="presParOf" srcId="{26B00574-20E0-453E-B2BA-97A19B8A3717}" destId="{66769AED-3152-4B0F-9D58-2389E25CAB6E}" srcOrd="0" destOrd="0" presId="urn:microsoft.com/office/officeart/2005/8/layout/list1"/>
    <dgm:cxn modelId="{83F6CBFC-180E-490F-8271-CA11DA754FEB}" type="presParOf" srcId="{66769AED-3152-4B0F-9D58-2389E25CAB6E}" destId="{79921FB2-FE82-4072-885C-F2B79A294997}" srcOrd="0" destOrd="0" presId="urn:microsoft.com/office/officeart/2005/8/layout/list1"/>
    <dgm:cxn modelId="{F369624A-2E74-4EF7-890E-8253A53686AD}" type="presParOf" srcId="{66769AED-3152-4B0F-9D58-2389E25CAB6E}" destId="{7AA17724-D132-4317-A23D-08E71209A999}" srcOrd="1" destOrd="0" presId="urn:microsoft.com/office/officeart/2005/8/layout/list1"/>
    <dgm:cxn modelId="{6AEB5E3D-EB9A-4DF2-A032-DDE6CF6A200F}" type="presParOf" srcId="{26B00574-20E0-453E-B2BA-97A19B8A3717}" destId="{E71802AC-E825-4B3A-8221-27A2C81DCF8B}" srcOrd="1" destOrd="0" presId="urn:microsoft.com/office/officeart/2005/8/layout/list1"/>
    <dgm:cxn modelId="{CC2293D3-0CF5-4178-8B24-1318E72D8405}" type="presParOf" srcId="{26B00574-20E0-453E-B2BA-97A19B8A3717}" destId="{CF64535B-643E-445A-96EE-E0AEAB3F79FD}" srcOrd="2" destOrd="0" presId="urn:microsoft.com/office/officeart/2005/8/layout/list1"/>
    <dgm:cxn modelId="{CBA3C883-15D1-4320-A1A8-3373B96824BF}" type="presParOf" srcId="{26B00574-20E0-453E-B2BA-97A19B8A3717}" destId="{31BD8574-1907-4571-93AF-49044F52A831}" srcOrd="3" destOrd="0" presId="urn:microsoft.com/office/officeart/2005/8/layout/list1"/>
    <dgm:cxn modelId="{4781E4F7-60CC-467B-BD78-5C73DC364872}" type="presParOf" srcId="{26B00574-20E0-453E-B2BA-97A19B8A3717}" destId="{7AAB8122-B606-4DD9-9390-B508CC221ADB}" srcOrd="4" destOrd="0" presId="urn:microsoft.com/office/officeart/2005/8/layout/list1"/>
    <dgm:cxn modelId="{D691A380-379D-4989-A08F-203BCE96127A}" type="presParOf" srcId="{7AAB8122-B606-4DD9-9390-B508CC221ADB}" destId="{B415B20E-530A-41B4-8CB5-912B362FD040}" srcOrd="0" destOrd="0" presId="urn:microsoft.com/office/officeart/2005/8/layout/list1"/>
    <dgm:cxn modelId="{A6A25531-0EBA-48EB-B8A9-8154786C3885}" type="presParOf" srcId="{7AAB8122-B606-4DD9-9390-B508CC221ADB}" destId="{6E92FDA4-63F9-49C5-B304-64CD2026BBFF}" srcOrd="1" destOrd="0" presId="urn:microsoft.com/office/officeart/2005/8/layout/list1"/>
    <dgm:cxn modelId="{D48AD3B7-68BC-448C-92B8-AC70EE2C169A}" type="presParOf" srcId="{26B00574-20E0-453E-B2BA-97A19B8A3717}" destId="{8EBF3A5F-5DA0-49C3-98E8-A02EC32D0B2A}" srcOrd="5" destOrd="0" presId="urn:microsoft.com/office/officeart/2005/8/layout/list1"/>
    <dgm:cxn modelId="{ECC59648-14C2-44DD-9933-B2E9B11A5C9C}" type="presParOf" srcId="{26B00574-20E0-453E-B2BA-97A19B8A3717}" destId="{64B0922E-EDF4-427D-95E2-D3DCBCC1604E}" srcOrd="6" destOrd="0" presId="urn:microsoft.com/office/officeart/2005/8/layout/list1"/>
    <dgm:cxn modelId="{0BF0B376-C7A8-4ACD-A0DF-79D22F30831F}" type="presParOf" srcId="{26B00574-20E0-453E-B2BA-97A19B8A3717}" destId="{0A527B4E-8AD6-4A56-B11D-B29959EDD7BE}" srcOrd="7" destOrd="0" presId="urn:microsoft.com/office/officeart/2005/8/layout/list1"/>
    <dgm:cxn modelId="{FC053A43-FA27-4D39-9D66-7FEA01666AC8}" type="presParOf" srcId="{26B00574-20E0-453E-B2BA-97A19B8A3717}" destId="{715FE4D1-A095-4A2B-B7BC-6A8C510A59AA}" srcOrd="8" destOrd="0" presId="urn:microsoft.com/office/officeart/2005/8/layout/list1"/>
    <dgm:cxn modelId="{5C802566-DA42-4CBA-AE8A-3BD35FCAE4DC}" type="presParOf" srcId="{715FE4D1-A095-4A2B-B7BC-6A8C510A59AA}" destId="{1FA5D811-1781-48F5-95C2-2F9BE7FB8B4E}" srcOrd="0" destOrd="0" presId="urn:microsoft.com/office/officeart/2005/8/layout/list1"/>
    <dgm:cxn modelId="{51D56B43-140D-4C94-AFBF-64C8ABBF5B4F}" type="presParOf" srcId="{715FE4D1-A095-4A2B-B7BC-6A8C510A59AA}" destId="{B0985A41-4F39-43E6-87D8-4D66CAED3B5E}" srcOrd="1" destOrd="0" presId="urn:microsoft.com/office/officeart/2005/8/layout/list1"/>
    <dgm:cxn modelId="{E975EC88-602F-4F81-B1C2-263B3417AEFB}" type="presParOf" srcId="{26B00574-20E0-453E-B2BA-97A19B8A3717}" destId="{1FAA1EC6-F89F-475E-A4D8-70D3BE359132}" srcOrd="9" destOrd="0" presId="urn:microsoft.com/office/officeart/2005/8/layout/list1"/>
    <dgm:cxn modelId="{51C1DC49-B6C7-4522-93ED-AAEB5870C6A8}" type="presParOf" srcId="{26B00574-20E0-453E-B2BA-97A19B8A3717}" destId="{382C3DEB-4B9D-4095-94B1-0F70A68AA08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1FD7FA2-1EB9-4A61-8042-F96399E78E0C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9752166-B36C-4E89-8D1D-13ECED60538E}">
      <dgm:prSet/>
      <dgm:spPr/>
      <dgm:t>
        <a:bodyPr/>
        <a:lstStyle/>
        <a:p>
          <a:pPr>
            <a:buNone/>
          </a:pPr>
          <a:r>
            <a:rPr lang="en-IN" b="1" dirty="0"/>
            <a:t>Measuring ASR Performance</a:t>
          </a:r>
          <a:endParaRPr lang="en-IN" dirty="0"/>
        </a:p>
      </dgm:t>
    </dgm:pt>
    <dgm:pt modelId="{935AB3F9-387A-4954-AE7E-34B2B20713DE}" type="parTrans" cxnId="{B3C506D3-7111-4389-A006-A2B207BBB6EC}">
      <dgm:prSet/>
      <dgm:spPr/>
      <dgm:t>
        <a:bodyPr/>
        <a:lstStyle/>
        <a:p>
          <a:endParaRPr lang="en-IN"/>
        </a:p>
      </dgm:t>
    </dgm:pt>
    <dgm:pt modelId="{EC3F7656-288F-4F05-9CFF-8842CFE781D7}" type="sibTrans" cxnId="{B3C506D3-7111-4389-A006-A2B207BBB6EC}">
      <dgm:prSet/>
      <dgm:spPr/>
      <dgm:t>
        <a:bodyPr/>
        <a:lstStyle/>
        <a:p>
          <a:endParaRPr lang="en-IN"/>
        </a:p>
      </dgm:t>
    </dgm:pt>
    <dgm:pt modelId="{D1934FB7-E937-4C5E-87B4-E01BC16069E0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b="1" dirty="0"/>
            <a:t>Word Error Rate (WER):</a:t>
          </a:r>
          <a:r>
            <a:rPr lang="en-US" dirty="0"/>
            <a:t> substitutions, deletions, insertions</a:t>
          </a:r>
          <a:endParaRPr lang="en-IN" dirty="0"/>
        </a:p>
      </dgm:t>
    </dgm:pt>
    <dgm:pt modelId="{837BE775-DEAD-4DB1-A657-5843AD38D564}" type="parTrans" cxnId="{80F65F69-3D5D-4DDB-ACD3-39DA2E60A288}">
      <dgm:prSet/>
      <dgm:spPr/>
      <dgm:t>
        <a:bodyPr/>
        <a:lstStyle/>
        <a:p>
          <a:endParaRPr lang="en-IN"/>
        </a:p>
      </dgm:t>
    </dgm:pt>
    <dgm:pt modelId="{52AF203F-9405-41D0-BCA5-52C1A98E12A0}" type="sibTrans" cxnId="{80F65F69-3D5D-4DDB-ACD3-39DA2E60A288}">
      <dgm:prSet/>
      <dgm:spPr/>
      <dgm:t>
        <a:bodyPr/>
        <a:lstStyle/>
        <a:p>
          <a:endParaRPr lang="en-IN"/>
        </a:p>
      </dgm:t>
    </dgm:pt>
    <dgm:pt modelId="{BC8B7DED-D61F-4179-BFCE-BAB0EAC3F726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b="1" dirty="0"/>
            <a:t>Accuracy:</a:t>
          </a:r>
          <a:r>
            <a:rPr lang="en-US" dirty="0"/>
            <a:t> percentage of correctly transcribed words</a:t>
          </a:r>
        </a:p>
      </dgm:t>
    </dgm:pt>
    <dgm:pt modelId="{48C14E29-0CDC-4C56-9EFC-C4ADA26650A6}" type="parTrans" cxnId="{FFD176DD-13EF-4EE3-AA23-2602FA6A46E2}">
      <dgm:prSet/>
      <dgm:spPr/>
      <dgm:t>
        <a:bodyPr/>
        <a:lstStyle/>
        <a:p>
          <a:endParaRPr lang="en-IN"/>
        </a:p>
      </dgm:t>
    </dgm:pt>
    <dgm:pt modelId="{B16AE56A-D443-4723-9B3E-C5F21DB5A8E3}" type="sibTrans" cxnId="{FFD176DD-13EF-4EE3-AA23-2602FA6A46E2}">
      <dgm:prSet/>
      <dgm:spPr/>
      <dgm:t>
        <a:bodyPr/>
        <a:lstStyle/>
        <a:p>
          <a:endParaRPr lang="en-IN"/>
        </a:p>
      </dgm:t>
    </dgm:pt>
    <dgm:pt modelId="{2C5D128F-6456-4B66-8EE0-61B69DA3BBCA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Track improvements across models and preprocessing</a:t>
          </a:r>
        </a:p>
      </dgm:t>
    </dgm:pt>
    <dgm:pt modelId="{F3F282C5-9FC7-4FD8-B867-5DD4B0E7BB51}" type="parTrans" cxnId="{3635929A-E382-44FC-A67A-660FF9C31C3D}">
      <dgm:prSet/>
      <dgm:spPr/>
      <dgm:t>
        <a:bodyPr/>
        <a:lstStyle/>
        <a:p>
          <a:endParaRPr lang="en-IN"/>
        </a:p>
      </dgm:t>
    </dgm:pt>
    <dgm:pt modelId="{EA17B7EE-CD20-4536-9157-B7C5F5984940}" type="sibTrans" cxnId="{3635929A-E382-44FC-A67A-660FF9C31C3D}">
      <dgm:prSet/>
      <dgm:spPr/>
      <dgm:t>
        <a:bodyPr/>
        <a:lstStyle/>
        <a:p>
          <a:endParaRPr lang="en-IN"/>
        </a:p>
      </dgm:t>
    </dgm:pt>
    <dgm:pt modelId="{34B45E23-1AD2-47CC-9B33-5514B0228897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Flag low-confidence segments for human review</a:t>
          </a:r>
        </a:p>
      </dgm:t>
    </dgm:pt>
    <dgm:pt modelId="{ECDB2E31-35D5-4272-B73F-40E5A0AE6C29}" type="parTrans" cxnId="{F692111A-DC1A-4DF5-BC3D-05078489D060}">
      <dgm:prSet/>
      <dgm:spPr/>
      <dgm:t>
        <a:bodyPr/>
        <a:lstStyle/>
        <a:p>
          <a:endParaRPr lang="en-IN"/>
        </a:p>
      </dgm:t>
    </dgm:pt>
    <dgm:pt modelId="{70292FC5-46CD-44E3-BA25-C78271D8B1D0}" type="sibTrans" cxnId="{F692111A-DC1A-4DF5-BC3D-05078489D060}">
      <dgm:prSet/>
      <dgm:spPr/>
      <dgm:t>
        <a:bodyPr/>
        <a:lstStyle/>
        <a:p>
          <a:endParaRPr lang="en-IN"/>
        </a:p>
      </dgm:t>
    </dgm:pt>
    <dgm:pt modelId="{F39B87B0-CABF-4946-9B7B-C1F08632D55B}">
      <dgm:prSet/>
      <dgm:spPr/>
      <dgm:t>
        <a:bodyPr/>
        <a:lstStyle/>
        <a:p>
          <a:pPr>
            <a:buFont typeface="Arial" panose="020B0604020202090204" pitchFamily="34" charset="0"/>
            <a:buChar char="•"/>
          </a:pPr>
          <a:r>
            <a:rPr lang="en-US" dirty="0"/>
            <a:t>Set HR quality thresholds for </a:t>
          </a:r>
          <a:r>
            <a:rPr lang="en-US"/>
            <a:t>automated decisions</a:t>
          </a:r>
          <a:endParaRPr lang="en-US" dirty="0"/>
        </a:p>
      </dgm:t>
    </dgm:pt>
    <dgm:pt modelId="{5018EE1E-C608-44AE-A5C6-551FD95A36BA}" type="parTrans" cxnId="{45C84A17-418A-408F-9D2A-099BF1A21F52}">
      <dgm:prSet/>
      <dgm:spPr/>
      <dgm:t>
        <a:bodyPr/>
        <a:lstStyle/>
        <a:p>
          <a:endParaRPr lang="en-IN"/>
        </a:p>
      </dgm:t>
    </dgm:pt>
    <dgm:pt modelId="{092FA38A-306E-4F0E-9B9D-C25D8A44BF07}" type="sibTrans" cxnId="{45C84A17-418A-408F-9D2A-099BF1A21F52}">
      <dgm:prSet/>
      <dgm:spPr/>
      <dgm:t>
        <a:bodyPr/>
        <a:lstStyle/>
        <a:p>
          <a:endParaRPr lang="en-IN"/>
        </a:p>
      </dgm:t>
    </dgm:pt>
    <dgm:pt modelId="{FD4CA48F-ABA7-445F-BDA2-D2A6D366937C}" type="pres">
      <dgm:prSet presAssocID="{21FD7FA2-1EB9-4A61-8042-F96399E78E0C}" presName="linear" presStyleCnt="0">
        <dgm:presLayoutVars>
          <dgm:dir/>
          <dgm:animLvl val="lvl"/>
          <dgm:resizeHandles val="exact"/>
        </dgm:presLayoutVars>
      </dgm:prSet>
      <dgm:spPr/>
    </dgm:pt>
    <dgm:pt modelId="{951968C2-E878-496D-A9A0-D70ABA84D8E8}" type="pres">
      <dgm:prSet presAssocID="{49752166-B36C-4E89-8D1D-13ECED60538E}" presName="parentLin" presStyleCnt="0"/>
      <dgm:spPr/>
    </dgm:pt>
    <dgm:pt modelId="{8D33ED03-F86C-4088-812C-466CF7F2DCA9}" type="pres">
      <dgm:prSet presAssocID="{49752166-B36C-4E89-8D1D-13ECED60538E}" presName="parentLeftMargin" presStyleLbl="node1" presStyleIdx="0" presStyleCnt="1"/>
      <dgm:spPr/>
    </dgm:pt>
    <dgm:pt modelId="{9D0E8C24-5850-4EDB-9673-56494296F778}" type="pres">
      <dgm:prSet presAssocID="{49752166-B36C-4E89-8D1D-13ECED60538E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BE7F1199-64DA-4A55-88ED-157396426BC3}" type="pres">
      <dgm:prSet presAssocID="{49752166-B36C-4E89-8D1D-13ECED60538E}" presName="negativeSpace" presStyleCnt="0"/>
      <dgm:spPr/>
    </dgm:pt>
    <dgm:pt modelId="{19E87550-88D3-4EAF-B63E-AFA707C7AA89}" type="pres">
      <dgm:prSet presAssocID="{49752166-B36C-4E89-8D1D-13ECED60538E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5C84A17-418A-408F-9D2A-099BF1A21F52}" srcId="{49752166-B36C-4E89-8D1D-13ECED60538E}" destId="{F39B87B0-CABF-4946-9B7B-C1F08632D55B}" srcOrd="4" destOrd="0" parTransId="{5018EE1E-C608-44AE-A5C6-551FD95A36BA}" sibTransId="{092FA38A-306E-4F0E-9B9D-C25D8A44BF07}"/>
    <dgm:cxn modelId="{F692111A-DC1A-4DF5-BC3D-05078489D060}" srcId="{49752166-B36C-4E89-8D1D-13ECED60538E}" destId="{34B45E23-1AD2-47CC-9B33-5514B0228897}" srcOrd="3" destOrd="0" parTransId="{ECDB2E31-35D5-4272-B73F-40E5A0AE6C29}" sibTransId="{70292FC5-46CD-44E3-BA25-C78271D8B1D0}"/>
    <dgm:cxn modelId="{7148B246-3491-4752-9248-7567AFB769BE}" type="presOf" srcId="{34B45E23-1AD2-47CC-9B33-5514B0228897}" destId="{19E87550-88D3-4EAF-B63E-AFA707C7AA89}" srcOrd="0" destOrd="3" presId="urn:microsoft.com/office/officeart/2005/8/layout/list1"/>
    <dgm:cxn modelId="{C8D5FD46-687C-49E2-846A-C97E13D5E0D8}" type="presOf" srcId="{49752166-B36C-4E89-8D1D-13ECED60538E}" destId="{8D33ED03-F86C-4088-812C-466CF7F2DCA9}" srcOrd="0" destOrd="0" presId="urn:microsoft.com/office/officeart/2005/8/layout/list1"/>
    <dgm:cxn modelId="{FEB1D968-16FE-4B2F-A268-CF1ED31976DF}" type="presOf" srcId="{D1934FB7-E937-4C5E-87B4-E01BC16069E0}" destId="{19E87550-88D3-4EAF-B63E-AFA707C7AA89}" srcOrd="0" destOrd="0" presId="urn:microsoft.com/office/officeart/2005/8/layout/list1"/>
    <dgm:cxn modelId="{80F65F69-3D5D-4DDB-ACD3-39DA2E60A288}" srcId="{49752166-B36C-4E89-8D1D-13ECED60538E}" destId="{D1934FB7-E937-4C5E-87B4-E01BC16069E0}" srcOrd="0" destOrd="0" parTransId="{837BE775-DEAD-4DB1-A657-5843AD38D564}" sibTransId="{52AF203F-9405-41D0-BCA5-52C1A98E12A0}"/>
    <dgm:cxn modelId="{1341916B-94EC-480D-ABA2-699AEEB4B774}" type="presOf" srcId="{2C5D128F-6456-4B66-8EE0-61B69DA3BBCA}" destId="{19E87550-88D3-4EAF-B63E-AFA707C7AA89}" srcOrd="0" destOrd="2" presId="urn:microsoft.com/office/officeart/2005/8/layout/list1"/>
    <dgm:cxn modelId="{6457E688-D97C-444E-A460-D381ED1146E9}" type="presOf" srcId="{49752166-B36C-4E89-8D1D-13ECED60538E}" destId="{9D0E8C24-5850-4EDB-9673-56494296F778}" srcOrd="1" destOrd="0" presId="urn:microsoft.com/office/officeart/2005/8/layout/list1"/>
    <dgm:cxn modelId="{3635929A-E382-44FC-A67A-660FF9C31C3D}" srcId="{49752166-B36C-4E89-8D1D-13ECED60538E}" destId="{2C5D128F-6456-4B66-8EE0-61B69DA3BBCA}" srcOrd="2" destOrd="0" parTransId="{F3F282C5-9FC7-4FD8-B867-5DD4B0E7BB51}" sibTransId="{EA17B7EE-CD20-4536-9157-B7C5F5984940}"/>
    <dgm:cxn modelId="{5AC7EAA1-3062-4DAD-9CCB-675979BAB901}" type="presOf" srcId="{BC8B7DED-D61F-4179-BFCE-BAB0EAC3F726}" destId="{19E87550-88D3-4EAF-B63E-AFA707C7AA89}" srcOrd="0" destOrd="1" presId="urn:microsoft.com/office/officeart/2005/8/layout/list1"/>
    <dgm:cxn modelId="{DF0FE8A6-CA87-4C25-9389-4B84D9B18950}" type="presOf" srcId="{F39B87B0-CABF-4946-9B7B-C1F08632D55B}" destId="{19E87550-88D3-4EAF-B63E-AFA707C7AA89}" srcOrd="0" destOrd="4" presId="urn:microsoft.com/office/officeart/2005/8/layout/list1"/>
    <dgm:cxn modelId="{B3C506D3-7111-4389-A006-A2B207BBB6EC}" srcId="{21FD7FA2-1EB9-4A61-8042-F96399E78E0C}" destId="{49752166-B36C-4E89-8D1D-13ECED60538E}" srcOrd="0" destOrd="0" parTransId="{935AB3F9-387A-4954-AE7E-34B2B20713DE}" sibTransId="{EC3F7656-288F-4F05-9CFF-8842CFE781D7}"/>
    <dgm:cxn modelId="{FFD176DD-13EF-4EE3-AA23-2602FA6A46E2}" srcId="{49752166-B36C-4E89-8D1D-13ECED60538E}" destId="{BC8B7DED-D61F-4179-BFCE-BAB0EAC3F726}" srcOrd="1" destOrd="0" parTransId="{48C14E29-0CDC-4C56-9EFC-C4ADA26650A6}" sibTransId="{B16AE56A-D443-4723-9B3E-C5F21DB5A8E3}"/>
    <dgm:cxn modelId="{57C76CFE-AFDE-402B-A622-3A24D8F19635}" type="presOf" srcId="{21FD7FA2-1EB9-4A61-8042-F96399E78E0C}" destId="{FD4CA48F-ABA7-445F-BDA2-D2A6D366937C}" srcOrd="0" destOrd="0" presId="urn:microsoft.com/office/officeart/2005/8/layout/list1"/>
    <dgm:cxn modelId="{CAD3AB66-03BF-4D47-9A4D-BFF890DF5E7A}" type="presParOf" srcId="{FD4CA48F-ABA7-445F-BDA2-D2A6D366937C}" destId="{951968C2-E878-496D-A9A0-D70ABA84D8E8}" srcOrd="0" destOrd="0" presId="urn:microsoft.com/office/officeart/2005/8/layout/list1"/>
    <dgm:cxn modelId="{25C997BD-ED50-4E3A-9496-9F7EEC548A78}" type="presParOf" srcId="{951968C2-E878-496D-A9A0-D70ABA84D8E8}" destId="{8D33ED03-F86C-4088-812C-466CF7F2DCA9}" srcOrd="0" destOrd="0" presId="urn:microsoft.com/office/officeart/2005/8/layout/list1"/>
    <dgm:cxn modelId="{55AFBC46-4974-4EB1-B396-51282492162F}" type="presParOf" srcId="{951968C2-E878-496D-A9A0-D70ABA84D8E8}" destId="{9D0E8C24-5850-4EDB-9673-56494296F778}" srcOrd="1" destOrd="0" presId="urn:microsoft.com/office/officeart/2005/8/layout/list1"/>
    <dgm:cxn modelId="{93FCF30F-5633-4A42-9AF9-40CEEEE1C0EB}" type="presParOf" srcId="{FD4CA48F-ABA7-445F-BDA2-D2A6D366937C}" destId="{BE7F1199-64DA-4A55-88ED-157396426BC3}" srcOrd="1" destOrd="0" presId="urn:microsoft.com/office/officeart/2005/8/layout/list1"/>
    <dgm:cxn modelId="{940A6D00-0D7D-4C83-9328-0BD0121D9AB0}" type="presParOf" srcId="{FD4CA48F-ABA7-445F-BDA2-D2A6D366937C}" destId="{19E87550-88D3-4EAF-B63E-AFA707C7AA8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/>
            <a:t>Visualization &amp; Interface</a:t>
          </a:r>
          <a:endParaRPr lang="en-IN" dirty="0"/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pPr>
            <a:buNone/>
          </a:pPr>
          <a:r>
            <a:rPr lang="en-IN" b="1" dirty="0"/>
            <a:t>Visualization &amp; UI</a:t>
          </a:r>
          <a:endParaRPr lang="en-IN" dirty="0"/>
        </a:p>
      </dgm:t>
    </dgm:pt>
    <dgm:pt modelId="{B4D9CA11-E585-4270-82E2-11AF12C77633}" type="parTrans" cxnId="{6D35BFA4-971C-4CA5-8D4D-771C51A85A77}">
      <dgm:prSet/>
      <dgm:spPr/>
      <dgm:t>
        <a:bodyPr/>
        <a:lstStyle/>
        <a:p>
          <a:endParaRPr lang="en-IN"/>
        </a:p>
      </dgm:t>
    </dgm:pt>
    <dgm:pt modelId="{C05BD248-F6F5-47C7-85DB-BC8907B48D2E}" type="sibTrans" cxnId="{6D35BFA4-971C-4CA5-8D4D-771C51A85A77}">
      <dgm:prSet/>
      <dgm:spPr/>
      <dgm:t>
        <a:bodyPr/>
        <a:lstStyle/>
        <a:p>
          <a:endParaRPr lang="en-IN"/>
        </a:p>
      </dgm:t>
    </dgm:pt>
    <dgm:pt modelId="{2B80E7C2-EBFB-4F06-BD72-B53500AA4F5E}">
      <dgm:prSet/>
      <dgm:spPr/>
      <dgm:t>
        <a:bodyPr/>
        <a:lstStyle/>
        <a:p>
          <a:r>
            <a:rPr lang="en-IN"/>
            <a:t>Streamlit</a:t>
          </a:r>
          <a:endParaRPr lang="en-IN" dirty="0"/>
        </a:p>
      </dgm:t>
    </dgm:pt>
    <dgm:pt modelId="{8B092F63-DF5F-432E-9AD2-4BF2AB3595D8}" type="parTrans" cxnId="{FB6408EC-3F56-4205-8E4A-86D888A7A373}">
      <dgm:prSet/>
      <dgm:spPr/>
      <dgm:t>
        <a:bodyPr/>
        <a:lstStyle/>
        <a:p>
          <a:endParaRPr lang="en-IN"/>
        </a:p>
      </dgm:t>
    </dgm:pt>
    <dgm:pt modelId="{EBE96F7E-03DB-4BAF-9BD2-6449E56E2EC2}" type="sibTrans" cxnId="{FB6408EC-3F56-4205-8E4A-86D888A7A373}">
      <dgm:prSet/>
      <dgm:spPr/>
      <dgm:t>
        <a:bodyPr/>
        <a:lstStyle/>
        <a:p>
          <a:endParaRPr lang="en-IN"/>
        </a:p>
      </dgm:t>
    </dgm:pt>
    <dgm:pt modelId="{09C2DF4E-2F2C-433B-8D0F-CD0F9EA9D72D}">
      <dgm:prSet/>
      <dgm:spPr/>
      <dgm:t>
        <a:bodyPr/>
        <a:lstStyle/>
        <a:p>
          <a:r>
            <a:rPr lang="en-IN"/>
            <a:t>Plotly</a:t>
          </a:r>
          <a:endParaRPr lang="en-IN" dirty="0"/>
        </a:p>
      </dgm:t>
    </dgm:pt>
    <dgm:pt modelId="{6B114305-D16D-4393-AC55-E5C353307EE0}" type="parTrans" cxnId="{E5F6BC05-D182-4629-9C5F-9CCA839A6459}">
      <dgm:prSet/>
      <dgm:spPr/>
      <dgm:t>
        <a:bodyPr/>
        <a:lstStyle/>
        <a:p>
          <a:endParaRPr lang="en-IN"/>
        </a:p>
      </dgm:t>
    </dgm:pt>
    <dgm:pt modelId="{DF040BE5-DE4A-41CB-BBFD-210DC59C2DD4}" type="sibTrans" cxnId="{E5F6BC05-D182-4629-9C5F-9CCA839A6459}">
      <dgm:prSet/>
      <dgm:spPr/>
      <dgm:t>
        <a:bodyPr/>
        <a:lstStyle/>
        <a:p>
          <a:endParaRPr lang="en-IN"/>
        </a:p>
      </dgm:t>
    </dgm:pt>
    <dgm:pt modelId="{0358B353-9CA1-4132-8583-C39BF702420E}">
      <dgm:prSet/>
      <dgm:spPr/>
      <dgm:t>
        <a:bodyPr/>
        <a:lstStyle/>
        <a:p>
          <a:r>
            <a:rPr lang="en-IN"/>
            <a:t>Matplotlib</a:t>
          </a:r>
          <a:endParaRPr lang="en-IN" dirty="0"/>
        </a:p>
      </dgm:t>
    </dgm:pt>
    <dgm:pt modelId="{63FF9CD2-00F8-4363-BC6E-45F583A8035A}" type="parTrans" cxnId="{7334C03D-4FCA-4A33-B6FB-9CE04E4780C6}">
      <dgm:prSet/>
      <dgm:spPr/>
      <dgm:t>
        <a:bodyPr/>
        <a:lstStyle/>
        <a:p>
          <a:endParaRPr lang="en-IN"/>
        </a:p>
      </dgm:t>
    </dgm:pt>
    <dgm:pt modelId="{CD6EE955-F5D8-468E-8FE2-42E167EC2ADC}" type="sibTrans" cxnId="{7334C03D-4FCA-4A33-B6FB-9CE04E4780C6}">
      <dgm:prSet/>
      <dgm:spPr/>
      <dgm:t>
        <a:bodyPr/>
        <a:lstStyle/>
        <a:p>
          <a:endParaRPr lang="en-IN"/>
        </a:p>
      </dgm:t>
    </dgm:pt>
    <dgm:pt modelId="{6D72B846-3B4B-4460-9049-769E574C8601}">
      <dgm:prSet/>
      <dgm:spPr/>
      <dgm:t>
        <a:bodyPr/>
        <a:lstStyle/>
        <a:p>
          <a:r>
            <a:rPr lang="en-IN" dirty="0"/>
            <a:t>Keyword Cloud</a:t>
          </a:r>
        </a:p>
      </dgm:t>
    </dgm:pt>
    <dgm:pt modelId="{CA5CB8EF-37AB-4AA1-B307-93D2703C383B}" type="parTrans" cxnId="{BC075B85-4ED4-414C-BC2B-12FECA2BDB1A}">
      <dgm:prSet/>
      <dgm:spPr/>
      <dgm:t>
        <a:bodyPr/>
        <a:lstStyle/>
        <a:p>
          <a:endParaRPr lang="en-IN"/>
        </a:p>
      </dgm:t>
    </dgm:pt>
    <dgm:pt modelId="{403DD45E-56CE-4CAF-B117-FEE3A2EA4AAC}" type="sibTrans" cxnId="{BC075B85-4ED4-414C-BC2B-12FECA2BDB1A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6" custLinFactX="-125623" custLinFactY="23836" custLinFactNeighborX="-200000" custLinFactNeighborY="100000"/>
      <dgm:spPr/>
    </dgm:pt>
    <dgm:pt modelId="{9083169C-8E06-466B-BDE7-B578957F4C65}" type="pres">
      <dgm:prSet presAssocID="{4C20F8DB-582F-4045-835D-01D10B47C7BE}" presName="medCircle" presStyleLbl="vennNode1" presStyleIdx="1" presStyleCnt="6"/>
      <dgm:spPr/>
    </dgm:pt>
    <dgm:pt modelId="{130BC554-E458-44DC-A9F7-1FE149062413}" type="pres">
      <dgm:prSet presAssocID="{4C20F8DB-582F-4045-835D-01D10B47C7BE}" presName="txLvl1" presStyleLbl="revTx" presStyleIdx="0" presStyleCnt="6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6"/>
      <dgm:spPr/>
    </dgm:pt>
    <dgm:pt modelId="{303058E6-9BC5-4535-A9DF-A4B5232745E1}" type="pres">
      <dgm:prSet presAssocID="{35CEA9ED-7E6A-4AD7-B6A1-1EC44AE091F6}" presName="smCircle" presStyleLbl="vennNode1" presStyleIdx="2" presStyleCnt="6"/>
      <dgm:spPr/>
    </dgm:pt>
    <dgm:pt modelId="{28CE39DA-1364-4401-B688-4982DF2A4D66}" type="pres">
      <dgm:prSet presAssocID="{2B80E7C2-EBFB-4F06-BD72-B53500AA4F5E}" presName="txLvl2" presStyleLbl="revTx" presStyleIdx="2" presStyleCnt="6"/>
      <dgm:spPr/>
    </dgm:pt>
    <dgm:pt modelId="{8F8BE203-009A-48C8-9302-EA957A34ED9D}" type="pres">
      <dgm:prSet presAssocID="{EBE96F7E-03DB-4BAF-9BD2-6449E56E2EC2}" presName="smCircle" presStyleLbl="vennNode1" presStyleIdx="3" presStyleCnt="6"/>
      <dgm:spPr/>
    </dgm:pt>
    <dgm:pt modelId="{E3486414-05E1-457B-AB4A-C957E485C073}" type="pres">
      <dgm:prSet presAssocID="{09C2DF4E-2F2C-433B-8D0F-CD0F9EA9D72D}" presName="txLvl2" presStyleLbl="revTx" presStyleIdx="3" presStyleCnt="6"/>
      <dgm:spPr/>
    </dgm:pt>
    <dgm:pt modelId="{5CB1A45E-97FA-40CA-B60C-A0B9F20079D3}" type="pres">
      <dgm:prSet presAssocID="{DF040BE5-DE4A-41CB-BBFD-210DC59C2DD4}" presName="smCircle" presStyleLbl="vennNode1" presStyleIdx="4" presStyleCnt="6"/>
      <dgm:spPr/>
    </dgm:pt>
    <dgm:pt modelId="{F9BA98AD-08EB-44CC-9E5F-169368DDCE61}" type="pres">
      <dgm:prSet presAssocID="{0358B353-9CA1-4132-8583-C39BF702420E}" presName="txLvl2" presStyleLbl="revTx" presStyleIdx="4" presStyleCnt="6"/>
      <dgm:spPr/>
    </dgm:pt>
    <dgm:pt modelId="{42AB4575-4E0D-4C24-A17A-60C34D9E9645}" type="pres">
      <dgm:prSet presAssocID="{CD6EE955-F5D8-468E-8FE2-42E167EC2ADC}" presName="smCircle" presStyleLbl="vennNode1" presStyleIdx="5" presStyleCnt="6"/>
      <dgm:spPr/>
    </dgm:pt>
    <dgm:pt modelId="{23A290BC-CDA6-4802-9D71-771DBD9551D8}" type="pres">
      <dgm:prSet presAssocID="{6D72B846-3B4B-4460-9049-769E574C8601}" presName="txLvl2" presStyleLbl="revTx" presStyleIdx="5" presStyleCnt="6"/>
      <dgm:spPr/>
    </dgm:pt>
  </dgm:ptLst>
  <dgm:cxnLst>
    <dgm:cxn modelId="{79BD0E04-6D26-40C6-B59B-5A6FE643EB9F}" type="presOf" srcId="{4C20F8DB-582F-4045-835D-01D10B47C7BE}" destId="{130BC554-E458-44DC-A9F7-1FE149062413}" srcOrd="0" destOrd="0" presId="urn:microsoft.com/office/officeart/2008/layout/VerticalCircleList"/>
    <dgm:cxn modelId="{E5F6BC05-D182-4629-9C5F-9CCA839A6459}" srcId="{4C20F8DB-582F-4045-835D-01D10B47C7BE}" destId="{09C2DF4E-2F2C-433B-8D0F-CD0F9EA9D72D}" srcOrd="2" destOrd="0" parTransId="{6B114305-D16D-4393-AC55-E5C353307EE0}" sibTransId="{DF040BE5-DE4A-41CB-BBFD-210DC59C2DD4}"/>
    <dgm:cxn modelId="{7334C03D-4FCA-4A33-B6FB-9CE04E4780C6}" srcId="{4C20F8DB-582F-4045-835D-01D10B47C7BE}" destId="{0358B353-9CA1-4132-8583-C39BF702420E}" srcOrd="3" destOrd="0" parTransId="{63FF9CD2-00F8-4363-BC6E-45F583A8035A}" sibTransId="{CD6EE955-F5D8-468E-8FE2-42E167EC2ADC}"/>
    <dgm:cxn modelId="{B08FD65C-11D7-4F3D-AA76-CB2EC0BE8F39}" type="presOf" srcId="{2B80E7C2-EBFB-4F06-BD72-B53500AA4F5E}" destId="{28CE39DA-1364-4401-B688-4982DF2A4D66}" srcOrd="0" destOrd="0" presId="urn:microsoft.com/office/officeart/2008/layout/VerticalCircleList"/>
    <dgm:cxn modelId="{BAF5894D-D655-4483-9B06-28BF70DC5831}" type="presOf" srcId="{0358B353-9CA1-4132-8583-C39BF702420E}" destId="{F9BA98AD-08EB-44CC-9E5F-169368DDCE61}" srcOrd="0" destOrd="0" presId="urn:microsoft.com/office/officeart/2008/layout/VerticalCircleList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BC075B85-4ED4-414C-BC2B-12FECA2BDB1A}" srcId="{4C20F8DB-582F-4045-835D-01D10B47C7BE}" destId="{6D72B846-3B4B-4460-9049-769E574C8601}" srcOrd="4" destOrd="0" parTransId="{CA5CB8EF-37AB-4AA1-B307-93D2703C383B}" sibTransId="{403DD45E-56CE-4CAF-B117-FEE3A2EA4AAC}"/>
    <dgm:cxn modelId="{6D35BFA4-971C-4CA5-8D4D-771C51A85A77}" srcId="{B09A53EC-D5EA-4F4D-8B1C-D53FFFEA145F}" destId="{4C20F8DB-582F-4045-835D-01D10B47C7BE}" srcOrd="0" destOrd="0" parTransId="{B4D9CA11-E585-4270-82E2-11AF12C77633}" sibTransId="{C05BD248-F6F5-47C7-85DB-BC8907B48D2E}"/>
    <dgm:cxn modelId="{3728CCAA-74A8-479F-9C26-9112F3E14390}" type="presOf" srcId="{09C2DF4E-2F2C-433B-8D0F-CD0F9EA9D72D}" destId="{E3486414-05E1-457B-AB4A-C957E485C073}" srcOrd="0" destOrd="0" presId="urn:microsoft.com/office/officeart/2008/layout/VerticalCircleList"/>
    <dgm:cxn modelId="{3B3362C1-9C92-4381-B583-CFD189DE7804}" srcId="{4C20F8DB-582F-4045-835D-01D10B47C7BE}" destId="{ED122D82-75AC-4797-8942-C4AA3D1F19DB}" srcOrd="0" destOrd="0" parTransId="{0769EF6A-0663-4F4F-A4A8-BFEDD9A8CB4D}" sibTransId="{35CEA9ED-7E6A-4AD7-B6A1-1EC44AE091F6}"/>
    <dgm:cxn modelId="{19DA73C6-9D61-441F-9B6C-630A0BB13589}" type="presOf" srcId="{ED122D82-75AC-4797-8942-C4AA3D1F19DB}" destId="{E6475750-DCC0-414B-B7F4-4AAB058AE46F}" srcOrd="0" destOrd="0" presId="urn:microsoft.com/office/officeart/2008/layout/VerticalCircleList"/>
    <dgm:cxn modelId="{BA670EE4-6261-4E78-A690-1C5457021B61}" type="presOf" srcId="{6D72B846-3B4B-4460-9049-769E574C8601}" destId="{23A290BC-CDA6-4802-9D71-771DBD9551D8}" srcOrd="0" destOrd="0" presId="urn:microsoft.com/office/officeart/2008/layout/VerticalCircleList"/>
    <dgm:cxn modelId="{FB6408EC-3F56-4205-8E4A-86D888A7A373}" srcId="{4C20F8DB-582F-4045-835D-01D10B47C7BE}" destId="{2B80E7C2-EBFB-4F06-BD72-B53500AA4F5E}" srcOrd="1" destOrd="0" parTransId="{8B092F63-DF5F-432E-9AD2-4BF2AB3595D8}" sibTransId="{EBE96F7E-03DB-4BAF-9BD2-6449E56E2EC2}"/>
    <dgm:cxn modelId="{0B8574F9-9C50-4496-9FE4-3F01755399B8}" type="presParOf" srcId="{EA7E70C3-1FD7-44FD-90B3-47294323EA87}" destId="{CC69FDAF-7D40-4748-805E-EB64C642E087}" srcOrd="0" destOrd="0" presId="urn:microsoft.com/office/officeart/2008/layout/VerticalCircleList"/>
    <dgm:cxn modelId="{0A178D88-D3C3-4F12-8BA8-D114E0FFA48E}" type="presParOf" srcId="{CC69FDAF-7D40-4748-805E-EB64C642E087}" destId="{D7850C10-465E-4CF9-AAA8-D11DC8DFD489}" srcOrd="0" destOrd="0" presId="urn:microsoft.com/office/officeart/2008/layout/VerticalCircleList"/>
    <dgm:cxn modelId="{D1EDC1AF-03AF-4C35-8A57-0A3AA38AE8CC}" type="presParOf" srcId="{CC69FDAF-7D40-4748-805E-EB64C642E087}" destId="{9083169C-8E06-466B-BDE7-B578957F4C65}" srcOrd="1" destOrd="0" presId="urn:microsoft.com/office/officeart/2008/layout/VerticalCircleList"/>
    <dgm:cxn modelId="{20871FF5-A139-4054-A2C0-35482A3F0742}" type="presParOf" srcId="{CC69FDAF-7D40-4748-805E-EB64C642E087}" destId="{130BC554-E458-44DC-A9F7-1FE149062413}" srcOrd="2" destOrd="0" presId="urn:microsoft.com/office/officeart/2008/layout/VerticalCircleList"/>
    <dgm:cxn modelId="{E5D2288B-AC01-44D7-B9BA-3296D6BB306C}" type="presParOf" srcId="{CC69FDAF-7D40-4748-805E-EB64C642E087}" destId="{D412092C-BED0-4463-AB39-84B3B9FB5EA3}" srcOrd="3" destOrd="0" presId="urn:microsoft.com/office/officeart/2008/layout/VerticalCircleList"/>
    <dgm:cxn modelId="{0262EE43-5186-4DDC-B121-D8F020A468F6}" type="presParOf" srcId="{D412092C-BED0-4463-AB39-84B3B9FB5EA3}" destId="{E6475750-DCC0-414B-B7F4-4AAB058AE46F}" srcOrd="0" destOrd="0" presId="urn:microsoft.com/office/officeart/2008/layout/VerticalCircleList"/>
    <dgm:cxn modelId="{3946B406-FCDB-4C5A-907C-98B19EE44AD7}" type="presParOf" srcId="{D412092C-BED0-4463-AB39-84B3B9FB5EA3}" destId="{303058E6-9BC5-4535-A9DF-A4B5232745E1}" srcOrd="1" destOrd="0" presId="urn:microsoft.com/office/officeart/2008/layout/VerticalCircleList"/>
    <dgm:cxn modelId="{B4D0117A-7794-4247-9476-D41A74849469}" type="presParOf" srcId="{D412092C-BED0-4463-AB39-84B3B9FB5EA3}" destId="{28CE39DA-1364-4401-B688-4982DF2A4D66}" srcOrd="2" destOrd="0" presId="urn:microsoft.com/office/officeart/2008/layout/VerticalCircleList"/>
    <dgm:cxn modelId="{FAEE29CC-21B8-4C8C-B577-81F27FEF1E15}" type="presParOf" srcId="{D412092C-BED0-4463-AB39-84B3B9FB5EA3}" destId="{8F8BE203-009A-48C8-9302-EA957A34ED9D}" srcOrd="3" destOrd="0" presId="urn:microsoft.com/office/officeart/2008/layout/VerticalCircleList"/>
    <dgm:cxn modelId="{C0889659-688E-44DE-9B72-4D0F456EFAC9}" type="presParOf" srcId="{D412092C-BED0-4463-AB39-84B3B9FB5EA3}" destId="{E3486414-05E1-457B-AB4A-C957E485C073}" srcOrd="4" destOrd="0" presId="urn:microsoft.com/office/officeart/2008/layout/VerticalCircleList"/>
    <dgm:cxn modelId="{21B39A8C-DEE9-4E2F-B798-97367AEDD309}" type="presParOf" srcId="{D412092C-BED0-4463-AB39-84B3B9FB5EA3}" destId="{5CB1A45E-97FA-40CA-B60C-A0B9F20079D3}" srcOrd="5" destOrd="0" presId="urn:microsoft.com/office/officeart/2008/layout/VerticalCircleList"/>
    <dgm:cxn modelId="{0A4FA4CD-E298-4BE8-AAE6-29CDBB5753C5}" type="presParOf" srcId="{D412092C-BED0-4463-AB39-84B3B9FB5EA3}" destId="{F9BA98AD-08EB-44CC-9E5F-169368DDCE61}" srcOrd="6" destOrd="0" presId="urn:microsoft.com/office/officeart/2008/layout/VerticalCircleList"/>
    <dgm:cxn modelId="{31A186D1-F56A-43FB-AAC7-E85ACC0CEC77}" type="presParOf" srcId="{D412092C-BED0-4463-AB39-84B3B9FB5EA3}" destId="{42AB4575-4E0D-4C24-A17A-60C34D9E9645}" srcOrd="7" destOrd="0" presId="urn:microsoft.com/office/officeart/2008/layout/VerticalCircleList"/>
    <dgm:cxn modelId="{4F5EB3F5-EE10-4459-85EA-DF03210C3AD1}" type="presParOf" srcId="{D412092C-BED0-4463-AB39-84B3B9FB5EA3}" destId="{23A290BC-CDA6-4802-9D71-771DBD9551D8}" srcOrd="8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4C20F8DB-582F-4045-835D-01D10B47C7BE}">
      <dgm:prSet phldrT="[Text]" custT="1"/>
      <dgm:spPr/>
      <dgm:t>
        <a:bodyPr/>
        <a:lstStyle/>
        <a:p>
          <a:r>
            <a:rPr lang="en-IN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</a:t>
          </a:r>
        </a:p>
      </dgm:t>
    </dgm:pt>
    <dgm:pt modelId="{B4D9CA11-E585-4270-82E2-11AF12C77633}" type="parTrans" cxnId="{3953DE4C-61B6-47A1-BA74-AB992597CC63}">
      <dgm:prSet/>
      <dgm:spPr/>
      <dgm:t>
        <a:bodyPr/>
        <a:lstStyle/>
        <a:p>
          <a:endParaRPr lang="en-IN"/>
        </a:p>
      </dgm:t>
    </dgm:pt>
    <dgm:pt modelId="{C05BD248-F6F5-47C7-85DB-BC8907B48D2E}" type="sibTrans" cxnId="{3953DE4C-61B6-47A1-BA74-AB992597CC63}">
      <dgm:prSet/>
      <dgm:spPr/>
      <dgm:t>
        <a:bodyPr/>
        <a:lstStyle/>
        <a:p>
          <a:endParaRPr lang="en-IN"/>
        </a:p>
      </dgm:t>
    </dgm:pt>
    <dgm:pt modelId="{A4465EF3-C976-4B65-9E77-40FABA9A4050}">
      <dgm:prSet phldrT="[Text]" custT="1"/>
      <dgm:spPr/>
      <dgm:t>
        <a:bodyPr/>
        <a:lstStyle/>
        <a:p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Processing</a:t>
          </a:r>
        </a:p>
      </dgm:t>
    </dgm:pt>
    <dgm:pt modelId="{E3734351-D262-41EC-B286-6325AE6E6D41}" type="parTrans" cxnId="{E6B96D98-C68F-4FC0-99CA-7D4F93F86037}">
      <dgm:prSet/>
      <dgm:spPr/>
      <dgm:t>
        <a:bodyPr/>
        <a:lstStyle/>
        <a:p>
          <a:endParaRPr lang="en-IN"/>
        </a:p>
      </dgm:t>
    </dgm:pt>
    <dgm:pt modelId="{C65F5B86-9741-45EF-9623-AC069D26064A}" type="sibTrans" cxnId="{E6B96D98-C68F-4FC0-99CA-7D4F93F86037}">
      <dgm:prSet/>
      <dgm:spPr/>
      <dgm:t>
        <a:bodyPr/>
        <a:lstStyle/>
        <a:p>
          <a:endParaRPr lang="en-IN"/>
        </a:p>
      </dgm:t>
    </dgm:pt>
    <dgm:pt modelId="{ED122D82-75AC-4797-8942-C4AA3D1F19DB}">
      <dgm:prSet custT="1"/>
      <dgm:spPr/>
      <dgm:t>
        <a:bodyPr/>
        <a:lstStyle/>
        <a:p>
          <a:r>
            <a: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OpenAI Whisper</a:t>
          </a:r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87E0FBEA-D7B6-48F0-B58C-DFFD73AF49D2}">
      <dgm:prSet custT="1"/>
      <dgm:spPr/>
      <dgm:t>
        <a:bodyPr/>
        <a:lstStyle/>
        <a:p>
          <a:r>
            <a:rPr lang="en-IN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PyDub</a:t>
          </a:r>
          <a:endParaRPr lang="en-IN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EE8DD7-A383-4091-8B64-2B7A6EBF6154}" type="parTrans" cxnId="{396FF22C-5A76-4DA8-9627-94921C652103}">
      <dgm:prSet/>
      <dgm:spPr/>
      <dgm:t>
        <a:bodyPr/>
        <a:lstStyle/>
        <a:p>
          <a:endParaRPr lang="en-IN"/>
        </a:p>
      </dgm:t>
    </dgm:pt>
    <dgm:pt modelId="{47DC3F1B-ED96-4846-A5A4-BE3CF42BBB0C}" type="sibTrans" cxnId="{396FF22C-5A76-4DA8-9627-94921C652103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4" custLinFactNeighborX="-24323" custLinFactNeighborY="-3708"/>
      <dgm:spPr/>
    </dgm:pt>
    <dgm:pt modelId="{9083169C-8E06-466B-BDE7-B578957F4C65}" type="pres">
      <dgm:prSet presAssocID="{4C20F8DB-582F-4045-835D-01D10B47C7BE}" presName="medCircle" presStyleLbl="vennNode1" presStyleIdx="1" presStyleCnt="4"/>
      <dgm:spPr/>
    </dgm:pt>
    <dgm:pt modelId="{130BC554-E458-44DC-A9F7-1FE149062413}" type="pres">
      <dgm:prSet presAssocID="{4C20F8DB-582F-4045-835D-01D10B47C7BE}" presName="txLvl1" presStyleLbl="revTx" presStyleIdx="0" presStyleCnt="4"/>
      <dgm:spPr/>
    </dgm:pt>
    <dgm:pt modelId="{D412092C-BED0-4463-AB39-84B3B9FB5EA3}" type="pres">
      <dgm:prSet presAssocID="{4C20F8DB-582F-4045-835D-01D10B47C7BE}" presName="lin" presStyleCnt="0"/>
      <dgm:spPr/>
    </dgm:pt>
    <dgm:pt modelId="{B08FE023-1491-4DB5-B382-51B2ED0956A5}" type="pres">
      <dgm:prSet presAssocID="{A4465EF3-C976-4B65-9E77-40FABA9A4050}" presName="txLvl2" presStyleLbl="revTx" presStyleIdx="1" presStyleCnt="4"/>
      <dgm:spPr/>
    </dgm:pt>
    <dgm:pt modelId="{B0EED1DD-4A60-4802-A9BB-B3CD60A4F444}" type="pres">
      <dgm:prSet presAssocID="{C65F5B86-9741-45EF-9623-AC069D26064A}" presName="smCircle" presStyleLbl="vennNode1" presStyleIdx="2" presStyleCnt="4"/>
      <dgm:spPr/>
    </dgm:pt>
    <dgm:pt modelId="{E6475750-DCC0-414B-B7F4-4AAB058AE46F}" type="pres">
      <dgm:prSet presAssocID="{ED122D82-75AC-4797-8942-C4AA3D1F19DB}" presName="txLvl2" presStyleLbl="revTx" presStyleIdx="2" presStyleCnt="4"/>
      <dgm:spPr/>
    </dgm:pt>
    <dgm:pt modelId="{303058E6-9BC5-4535-A9DF-A4B5232745E1}" type="pres">
      <dgm:prSet presAssocID="{35CEA9ED-7E6A-4AD7-B6A1-1EC44AE091F6}" presName="smCircle" presStyleLbl="vennNode1" presStyleIdx="3" presStyleCnt="4"/>
      <dgm:spPr/>
    </dgm:pt>
    <dgm:pt modelId="{A0C2A40C-9FE5-4CA4-85EA-CD0554BFB0B3}" type="pres">
      <dgm:prSet presAssocID="{87E0FBEA-D7B6-48F0-B58C-DFFD73AF49D2}" presName="txLvl2" presStyleLbl="revTx" presStyleIdx="3" presStyleCnt="4"/>
      <dgm:spPr/>
    </dgm:pt>
  </dgm:ptLst>
  <dgm:cxnLst>
    <dgm:cxn modelId="{C271D910-DCC2-406F-A49E-0975625A6CA6}" type="presOf" srcId="{A4465EF3-C976-4B65-9E77-40FABA9A4050}" destId="{B08FE023-1491-4DB5-B382-51B2ED0956A5}" srcOrd="0" destOrd="0" presId="urn:microsoft.com/office/officeart/2008/layout/VerticalCircleList"/>
    <dgm:cxn modelId="{396FF22C-5A76-4DA8-9627-94921C652103}" srcId="{4C20F8DB-582F-4045-835D-01D10B47C7BE}" destId="{87E0FBEA-D7B6-48F0-B58C-DFFD73AF49D2}" srcOrd="2" destOrd="0" parTransId="{73EE8DD7-A383-4091-8B64-2B7A6EBF6154}" sibTransId="{47DC3F1B-ED96-4846-A5A4-BE3CF42BBB0C}"/>
    <dgm:cxn modelId="{BA148E3F-EF4E-4005-897E-82BF1AF41C1E}" type="presOf" srcId="{87E0FBEA-D7B6-48F0-B58C-DFFD73AF49D2}" destId="{A0C2A40C-9FE5-4CA4-85EA-CD0554BFB0B3}" srcOrd="0" destOrd="0" presId="urn:microsoft.com/office/officeart/2008/layout/VerticalCircleList"/>
    <dgm:cxn modelId="{3953DE4C-61B6-47A1-BA74-AB992597CC63}" srcId="{B09A53EC-D5EA-4F4D-8B1C-D53FFFEA145F}" destId="{4C20F8DB-582F-4045-835D-01D10B47C7BE}" srcOrd="0" destOrd="0" parTransId="{B4D9CA11-E585-4270-82E2-11AF12C77633}" sibTransId="{C05BD248-F6F5-47C7-85DB-BC8907B48D2E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B8FB9057-0650-4AE1-BD70-AA1254D08BF5}" type="presOf" srcId="{4C20F8DB-582F-4045-835D-01D10B47C7BE}" destId="{130BC554-E458-44DC-A9F7-1FE149062413}" srcOrd="0" destOrd="0" presId="urn:microsoft.com/office/officeart/2008/layout/VerticalCircleList"/>
    <dgm:cxn modelId="{E6B96D98-C68F-4FC0-99CA-7D4F93F86037}" srcId="{4C20F8DB-582F-4045-835D-01D10B47C7BE}" destId="{A4465EF3-C976-4B65-9E77-40FABA9A4050}" srcOrd="0" destOrd="0" parTransId="{E3734351-D262-41EC-B286-6325AE6E6D41}" sibTransId="{C65F5B86-9741-45EF-9623-AC069D26064A}"/>
    <dgm:cxn modelId="{99BFC9A8-5FE1-493D-B7A5-85AD5510C1D6}" type="presOf" srcId="{ED122D82-75AC-4797-8942-C4AA3D1F19DB}" destId="{E6475750-DCC0-414B-B7F4-4AAB058AE46F}" srcOrd="0" destOrd="0" presId="urn:microsoft.com/office/officeart/2008/layout/VerticalCircleList"/>
    <dgm:cxn modelId="{3B3362C1-9C92-4381-B583-CFD189DE7804}" srcId="{4C20F8DB-582F-4045-835D-01D10B47C7BE}" destId="{ED122D82-75AC-4797-8942-C4AA3D1F19DB}" srcOrd="1" destOrd="0" parTransId="{0769EF6A-0663-4F4F-A4A8-BFEDD9A8CB4D}" sibTransId="{35CEA9ED-7E6A-4AD7-B6A1-1EC44AE091F6}"/>
    <dgm:cxn modelId="{5AF9E8A6-E04C-4721-B26E-50397A470786}" type="presParOf" srcId="{EA7E70C3-1FD7-44FD-90B3-47294323EA87}" destId="{CC69FDAF-7D40-4748-805E-EB64C642E087}" srcOrd="0" destOrd="0" presId="urn:microsoft.com/office/officeart/2008/layout/VerticalCircleList"/>
    <dgm:cxn modelId="{B3F5B852-5963-4EE1-8416-60BDFA4309DD}" type="presParOf" srcId="{CC69FDAF-7D40-4748-805E-EB64C642E087}" destId="{D7850C10-465E-4CF9-AAA8-D11DC8DFD489}" srcOrd="0" destOrd="0" presId="urn:microsoft.com/office/officeart/2008/layout/VerticalCircleList"/>
    <dgm:cxn modelId="{F4D6B2FD-0D54-49C6-87D1-8ED4E5EC026F}" type="presParOf" srcId="{CC69FDAF-7D40-4748-805E-EB64C642E087}" destId="{9083169C-8E06-466B-BDE7-B578957F4C65}" srcOrd="1" destOrd="0" presId="urn:microsoft.com/office/officeart/2008/layout/VerticalCircleList"/>
    <dgm:cxn modelId="{ECC46BA3-5816-412B-8AD3-283484E6EDFB}" type="presParOf" srcId="{CC69FDAF-7D40-4748-805E-EB64C642E087}" destId="{130BC554-E458-44DC-A9F7-1FE149062413}" srcOrd="2" destOrd="0" presId="urn:microsoft.com/office/officeart/2008/layout/VerticalCircleList"/>
    <dgm:cxn modelId="{54FC666A-BACF-4B43-8926-47EF05E59340}" type="presParOf" srcId="{CC69FDAF-7D40-4748-805E-EB64C642E087}" destId="{D412092C-BED0-4463-AB39-84B3B9FB5EA3}" srcOrd="3" destOrd="0" presId="urn:microsoft.com/office/officeart/2008/layout/VerticalCircleList"/>
    <dgm:cxn modelId="{FFAB9895-35A1-49FF-ADC2-46EF5697D030}" type="presParOf" srcId="{D412092C-BED0-4463-AB39-84B3B9FB5EA3}" destId="{B08FE023-1491-4DB5-B382-51B2ED0956A5}" srcOrd="0" destOrd="0" presId="urn:microsoft.com/office/officeart/2008/layout/VerticalCircleList"/>
    <dgm:cxn modelId="{F03C23F8-9B17-432C-AE79-A9ABC0007676}" type="presParOf" srcId="{D412092C-BED0-4463-AB39-84B3B9FB5EA3}" destId="{B0EED1DD-4A60-4802-A9BB-B3CD60A4F444}" srcOrd="1" destOrd="0" presId="urn:microsoft.com/office/officeart/2008/layout/VerticalCircleList"/>
    <dgm:cxn modelId="{1E414C9F-EF92-4175-8029-A3AA8B186AAE}" type="presParOf" srcId="{D412092C-BED0-4463-AB39-84B3B9FB5EA3}" destId="{E6475750-DCC0-414B-B7F4-4AAB058AE46F}" srcOrd="2" destOrd="0" presId="urn:microsoft.com/office/officeart/2008/layout/VerticalCircleList"/>
    <dgm:cxn modelId="{707EA342-4EF9-44CE-B216-EA5FF5FE7D3C}" type="presParOf" srcId="{D412092C-BED0-4463-AB39-84B3B9FB5EA3}" destId="{303058E6-9BC5-4535-A9DF-A4B5232745E1}" srcOrd="3" destOrd="0" presId="urn:microsoft.com/office/officeart/2008/layout/VerticalCircleList"/>
    <dgm:cxn modelId="{BB996293-181F-426A-95FC-D39135791A56}" type="presParOf" srcId="{D412092C-BED0-4463-AB39-84B3B9FB5EA3}" destId="{A0C2A40C-9FE5-4CA4-85EA-CD0554BFB0B3}" srcOrd="4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 dirty="0"/>
            <a:t>Natural Language Processing</a:t>
          </a:r>
        </a:p>
      </dgm:t>
    </dgm:pt>
    <dgm:pt modelId="{0769EF6A-0663-4F4F-A4A8-BFEDD9A8CB4D}" type="parTrans" cxnId="{97A10547-C68C-460C-AF88-0CF829DF27FC}">
      <dgm:prSet/>
      <dgm:spPr/>
      <dgm:t>
        <a:bodyPr/>
        <a:lstStyle/>
        <a:p>
          <a:endParaRPr lang="en-IN"/>
        </a:p>
      </dgm:t>
    </dgm:pt>
    <dgm:pt modelId="{35CEA9ED-7E6A-4AD7-B6A1-1EC44AE091F6}" type="sibTrans" cxnId="{97A10547-C68C-460C-AF88-0CF829DF27FC}">
      <dgm:prSet/>
      <dgm:spPr/>
      <dgm:t>
        <a:bodyPr/>
        <a:lstStyle/>
        <a:p>
          <a:endParaRPr lang="en-IN"/>
        </a:p>
      </dgm:t>
    </dgm:pt>
    <dgm:pt modelId="{87E0FBEA-D7B6-48F0-B58C-DFFD73AF49D2}">
      <dgm:prSet/>
      <dgm:spPr/>
      <dgm:t>
        <a:bodyPr/>
        <a:lstStyle/>
        <a:p>
          <a:r>
            <a:rPr lang="en-IN"/>
            <a:t>NLTK</a:t>
          </a:r>
          <a:endParaRPr lang="en-IN" dirty="0"/>
        </a:p>
      </dgm:t>
    </dgm:pt>
    <dgm:pt modelId="{73EE8DD7-A383-4091-8B64-2B7A6EBF6154}" type="parTrans" cxnId="{7E0FCD88-8E62-40B3-9D0E-652BFE410D21}">
      <dgm:prSet/>
      <dgm:spPr/>
      <dgm:t>
        <a:bodyPr/>
        <a:lstStyle/>
        <a:p>
          <a:endParaRPr lang="en-IN"/>
        </a:p>
      </dgm:t>
    </dgm:pt>
    <dgm:pt modelId="{47DC3F1B-ED96-4846-A5A4-BE3CF42BBB0C}" type="sibTrans" cxnId="{7E0FCD88-8E62-40B3-9D0E-652BFE410D21}">
      <dgm:prSet/>
      <dgm:spPr/>
      <dgm:t>
        <a:bodyPr/>
        <a:lstStyle/>
        <a:p>
          <a:endParaRPr lang="en-IN"/>
        </a:p>
      </dgm:t>
    </dgm:pt>
    <dgm:pt modelId="{4322AE60-70A0-464B-840F-FB8B3F88AD1B}">
      <dgm:prSet/>
      <dgm:spPr/>
      <dgm:t>
        <a:bodyPr/>
        <a:lstStyle/>
        <a:p>
          <a:r>
            <a:rPr lang="en-IN" dirty="0"/>
            <a:t>TF-IDF (Scikit-learn)</a:t>
          </a:r>
        </a:p>
      </dgm:t>
    </dgm:pt>
    <dgm:pt modelId="{CC65D48C-7E79-48BF-BEE2-6F71C499405E}" type="parTrans" cxnId="{BADE4B01-5F34-43A3-BF9A-3232E9211996}">
      <dgm:prSet/>
      <dgm:spPr/>
      <dgm:t>
        <a:bodyPr/>
        <a:lstStyle/>
        <a:p>
          <a:endParaRPr lang="en-IN"/>
        </a:p>
      </dgm:t>
    </dgm:pt>
    <dgm:pt modelId="{0DB38C39-B6FC-4D22-A1C7-9DF4A95BDDDB}" type="sibTrans" cxnId="{BADE4B01-5F34-43A3-BF9A-3232E9211996}">
      <dgm:prSet/>
      <dgm:spPr/>
      <dgm:t>
        <a:bodyPr/>
        <a:lstStyle/>
        <a:p>
          <a:endParaRPr lang="en-IN"/>
        </a:p>
      </dgm:t>
    </dgm:pt>
    <dgm:pt modelId="{99F2FF63-9AAB-4B5F-8562-9EE51B7D68D2}">
      <dgm:prSet/>
      <dgm:spPr/>
      <dgm:t>
        <a:bodyPr/>
        <a:lstStyle/>
        <a:p>
          <a:r>
            <a:rPr lang="en-IN" dirty="0"/>
            <a:t>Sentiment &amp; Emotion Analysis</a:t>
          </a:r>
        </a:p>
      </dgm:t>
    </dgm:pt>
    <dgm:pt modelId="{04EA50B7-B4C6-4DA5-9928-638F5E3B30F9}" type="parTrans" cxnId="{F5704410-235C-49E6-87C7-6A500D47B87C}">
      <dgm:prSet/>
      <dgm:spPr/>
      <dgm:t>
        <a:bodyPr/>
        <a:lstStyle/>
        <a:p>
          <a:endParaRPr lang="en-IN"/>
        </a:p>
      </dgm:t>
    </dgm:pt>
    <dgm:pt modelId="{5839035D-74E6-4A4F-B037-A2D065C15335}" type="sibTrans" cxnId="{F5704410-235C-49E6-87C7-6A500D47B87C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r>
            <a:rPr lang="en-US" dirty="0"/>
            <a:t>NLP &amp; AI</a:t>
          </a:r>
          <a:endParaRPr lang="en-IN" dirty="0"/>
        </a:p>
      </dgm:t>
    </dgm:pt>
    <dgm:pt modelId="{B4D9CA11-E585-4270-82E2-11AF12C77633}" type="parTrans" cxnId="{450F12AF-2C9A-44FB-93E2-01BF7D6B8731}">
      <dgm:prSet/>
      <dgm:spPr/>
      <dgm:t>
        <a:bodyPr/>
        <a:lstStyle/>
        <a:p>
          <a:endParaRPr lang="en-IN"/>
        </a:p>
      </dgm:t>
    </dgm:pt>
    <dgm:pt modelId="{C05BD248-F6F5-47C7-85DB-BC8907B48D2E}" type="sibTrans" cxnId="{450F12AF-2C9A-44FB-93E2-01BF7D6B8731}">
      <dgm:prSet/>
      <dgm:spPr/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5" custLinFactNeighborX="34178" custLinFactNeighborY="4636"/>
      <dgm:spPr/>
    </dgm:pt>
    <dgm:pt modelId="{9083169C-8E06-466B-BDE7-B578957F4C65}" type="pres">
      <dgm:prSet presAssocID="{4C20F8DB-582F-4045-835D-01D10B47C7BE}" presName="medCircle" presStyleLbl="vennNode1" presStyleIdx="1" presStyleCnt="5"/>
      <dgm:spPr/>
    </dgm:pt>
    <dgm:pt modelId="{130BC554-E458-44DC-A9F7-1FE149062413}" type="pres">
      <dgm:prSet presAssocID="{4C20F8DB-582F-4045-835D-01D10B47C7BE}" presName="txLvl1" presStyleLbl="revTx" presStyleIdx="0" presStyleCnt="5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5"/>
      <dgm:spPr/>
    </dgm:pt>
    <dgm:pt modelId="{303058E6-9BC5-4535-A9DF-A4B5232745E1}" type="pres">
      <dgm:prSet presAssocID="{35CEA9ED-7E6A-4AD7-B6A1-1EC44AE091F6}" presName="smCircle" presStyleLbl="vennNode1" presStyleIdx="2" presStyleCnt="5"/>
      <dgm:spPr/>
    </dgm:pt>
    <dgm:pt modelId="{A0C2A40C-9FE5-4CA4-85EA-CD0554BFB0B3}" type="pres">
      <dgm:prSet presAssocID="{87E0FBEA-D7B6-48F0-B58C-DFFD73AF49D2}" presName="txLvl2" presStyleLbl="revTx" presStyleIdx="2" presStyleCnt="5"/>
      <dgm:spPr/>
    </dgm:pt>
    <dgm:pt modelId="{2BA10FC6-D901-45DD-8530-DA85A932B020}" type="pres">
      <dgm:prSet presAssocID="{47DC3F1B-ED96-4846-A5A4-BE3CF42BBB0C}" presName="smCircle" presStyleLbl="vennNode1" presStyleIdx="3" presStyleCnt="5"/>
      <dgm:spPr/>
    </dgm:pt>
    <dgm:pt modelId="{419B6DF6-FF38-4AF1-9F1E-AE7900608ED6}" type="pres">
      <dgm:prSet presAssocID="{4322AE60-70A0-464B-840F-FB8B3F88AD1B}" presName="txLvl2" presStyleLbl="revTx" presStyleIdx="3" presStyleCnt="5"/>
      <dgm:spPr/>
    </dgm:pt>
    <dgm:pt modelId="{095604D9-4DC0-4BB9-AB2C-37B523B5F733}" type="pres">
      <dgm:prSet presAssocID="{0DB38C39-B6FC-4D22-A1C7-9DF4A95BDDDB}" presName="smCircle" presStyleLbl="vennNode1" presStyleIdx="4" presStyleCnt="5"/>
      <dgm:spPr/>
    </dgm:pt>
    <dgm:pt modelId="{7C48540B-687D-4EE6-B405-66DE2918AD32}" type="pres">
      <dgm:prSet presAssocID="{99F2FF63-9AAB-4B5F-8562-9EE51B7D68D2}" presName="txLvl2" presStyleLbl="revTx" presStyleIdx="4" presStyleCnt="5"/>
      <dgm:spPr/>
    </dgm:pt>
  </dgm:ptLst>
  <dgm:cxnLst>
    <dgm:cxn modelId="{BADE4B01-5F34-43A3-BF9A-3232E9211996}" srcId="{4C20F8DB-582F-4045-835D-01D10B47C7BE}" destId="{4322AE60-70A0-464B-840F-FB8B3F88AD1B}" srcOrd="2" destOrd="0" parTransId="{CC65D48C-7E79-48BF-BEE2-6F71C499405E}" sibTransId="{0DB38C39-B6FC-4D22-A1C7-9DF4A95BDDDB}"/>
    <dgm:cxn modelId="{F5704410-235C-49E6-87C7-6A500D47B87C}" srcId="{4C20F8DB-582F-4045-835D-01D10B47C7BE}" destId="{99F2FF63-9AAB-4B5F-8562-9EE51B7D68D2}" srcOrd="3" destOrd="0" parTransId="{04EA50B7-B4C6-4DA5-9928-638F5E3B30F9}" sibTransId="{5839035D-74E6-4A4F-B037-A2D065C15335}"/>
    <dgm:cxn modelId="{2BE45943-DFF3-4CF9-8E92-6CBCDB58A211}" type="presOf" srcId="{4322AE60-70A0-464B-840F-FB8B3F88AD1B}" destId="{419B6DF6-FF38-4AF1-9F1E-AE7900608ED6}" srcOrd="0" destOrd="0" presId="urn:microsoft.com/office/officeart/2008/layout/VerticalCircleList"/>
    <dgm:cxn modelId="{97A10547-C68C-460C-AF88-0CF829DF27FC}" srcId="{4C20F8DB-582F-4045-835D-01D10B47C7BE}" destId="{ED122D82-75AC-4797-8942-C4AA3D1F19DB}" srcOrd="0" destOrd="0" parTransId="{0769EF6A-0663-4F4F-A4A8-BFEDD9A8CB4D}" sibTransId="{35CEA9ED-7E6A-4AD7-B6A1-1EC44AE091F6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CD692776-1385-4D98-B001-FADFA3B9E232}" type="presOf" srcId="{99F2FF63-9AAB-4B5F-8562-9EE51B7D68D2}" destId="{7C48540B-687D-4EE6-B405-66DE2918AD32}" srcOrd="0" destOrd="0" presId="urn:microsoft.com/office/officeart/2008/layout/VerticalCircleList"/>
    <dgm:cxn modelId="{7E0FCD88-8E62-40B3-9D0E-652BFE410D21}" srcId="{4C20F8DB-582F-4045-835D-01D10B47C7BE}" destId="{87E0FBEA-D7B6-48F0-B58C-DFFD73AF49D2}" srcOrd="1" destOrd="0" parTransId="{73EE8DD7-A383-4091-8B64-2B7A6EBF6154}" sibTransId="{47DC3F1B-ED96-4846-A5A4-BE3CF42BBB0C}"/>
    <dgm:cxn modelId="{F7030993-0630-4FA4-A4B5-771A82ED459E}" type="presOf" srcId="{ED122D82-75AC-4797-8942-C4AA3D1F19DB}" destId="{E6475750-DCC0-414B-B7F4-4AAB058AE46F}" srcOrd="0" destOrd="0" presId="urn:microsoft.com/office/officeart/2008/layout/VerticalCircleList"/>
    <dgm:cxn modelId="{5E426FA4-75D8-4CF8-B388-18B462E7DFC3}" type="presOf" srcId="{4C20F8DB-582F-4045-835D-01D10B47C7BE}" destId="{130BC554-E458-44DC-A9F7-1FE149062413}" srcOrd="0" destOrd="0" presId="urn:microsoft.com/office/officeart/2008/layout/VerticalCircleList"/>
    <dgm:cxn modelId="{450F12AF-2C9A-44FB-93E2-01BF7D6B8731}" srcId="{B09A53EC-D5EA-4F4D-8B1C-D53FFFEA145F}" destId="{4C20F8DB-582F-4045-835D-01D10B47C7BE}" srcOrd="0" destOrd="0" parTransId="{B4D9CA11-E585-4270-82E2-11AF12C77633}" sibTransId="{C05BD248-F6F5-47C7-85DB-BC8907B48D2E}"/>
    <dgm:cxn modelId="{8AEAC2E9-914F-4754-9614-22754BBE3996}" type="presOf" srcId="{87E0FBEA-D7B6-48F0-B58C-DFFD73AF49D2}" destId="{A0C2A40C-9FE5-4CA4-85EA-CD0554BFB0B3}" srcOrd="0" destOrd="0" presId="urn:microsoft.com/office/officeart/2008/layout/VerticalCircleList"/>
    <dgm:cxn modelId="{0E0E944B-5130-40AC-95D6-74F5D2690DDD}" type="presParOf" srcId="{EA7E70C3-1FD7-44FD-90B3-47294323EA87}" destId="{CC69FDAF-7D40-4748-805E-EB64C642E087}" srcOrd="0" destOrd="0" presId="urn:microsoft.com/office/officeart/2008/layout/VerticalCircleList"/>
    <dgm:cxn modelId="{89154C5D-4B56-462C-8C35-F3ACB3FBAD65}" type="presParOf" srcId="{CC69FDAF-7D40-4748-805E-EB64C642E087}" destId="{D7850C10-465E-4CF9-AAA8-D11DC8DFD489}" srcOrd="0" destOrd="0" presId="urn:microsoft.com/office/officeart/2008/layout/VerticalCircleList"/>
    <dgm:cxn modelId="{DBCEDCB3-D4D5-48FE-AF0F-816A9194DEFE}" type="presParOf" srcId="{CC69FDAF-7D40-4748-805E-EB64C642E087}" destId="{9083169C-8E06-466B-BDE7-B578957F4C65}" srcOrd="1" destOrd="0" presId="urn:microsoft.com/office/officeart/2008/layout/VerticalCircleList"/>
    <dgm:cxn modelId="{ED9041B9-16CD-439C-B651-5A73C3D8D847}" type="presParOf" srcId="{CC69FDAF-7D40-4748-805E-EB64C642E087}" destId="{130BC554-E458-44DC-A9F7-1FE149062413}" srcOrd="2" destOrd="0" presId="urn:microsoft.com/office/officeart/2008/layout/VerticalCircleList"/>
    <dgm:cxn modelId="{5680CFDE-20B1-41F5-A02A-10CD532648FD}" type="presParOf" srcId="{CC69FDAF-7D40-4748-805E-EB64C642E087}" destId="{D412092C-BED0-4463-AB39-84B3B9FB5EA3}" srcOrd="3" destOrd="0" presId="urn:microsoft.com/office/officeart/2008/layout/VerticalCircleList"/>
    <dgm:cxn modelId="{4CD437BB-2B5B-4EF9-98CB-BA0BC30628CA}" type="presParOf" srcId="{D412092C-BED0-4463-AB39-84B3B9FB5EA3}" destId="{E6475750-DCC0-414B-B7F4-4AAB058AE46F}" srcOrd="0" destOrd="0" presId="urn:microsoft.com/office/officeart/2008/layout/VerticalCircleList"/>
    <dgm:cxn modelId="{24C45F3E-BA72-49E4-9BAB-078BAEBD014E}" type="presParOf" srcId="{D412092C-BED0-4463-AB39-84B3B9FB5EA3}" destId="{303058E6-9BC5-4535-A9DF-A4B5232745E1}" srcOrd="1" destOrd="0" presId="urn:microsoft.com/office/officeart/2008/layout/VerticalCircleList"/>
    <dgm:cxn modelId="{A109966C-F559-47C4-B797-459E38F50CA0}" type="presParOf" srcId="{D412092C-BED0-4463-AB39-84B3B9FB5EA3}" destId="{A0C2A40C-9FE5-4CA4-85EA-CD0554BFB0B3}" srcOrd="2" destOrd="0" presId="urn:microsoft.com/office/officeart/2008/layout/VerticalCircleList"/>
    <dgm:cxn modelId="{49AAA4D5-F204-4180-9436-21F80D10C8BA}" type="presParOf" srcId="{D412092C-BED0-4463-AB39-84B3B9FB5EA3}" destId="{2BA10FC6-D901-45DD-8530-DA85A932B020}" srcOrd="3" destOrd="0" presId="urn:microsoft.com/office/officeart/2008/layout/VerticalCircleList"/>
    <dgm:cxn modelId="{FE66A385-7CD5-4168-8F14-B989417C3B4B}" type="presParOf" srcId="{D412092C-BED0-4463-AB39-84B3B9FB5EA3}" destId="{419B6DF6-FF38-4AF1-9F1E-AE7900608ED6}" srcOrd="4" destOrd="0" presId="urn:microsoft.com/office/officeart/2008/layout/VerticalCircleList"/>
    <dgm:cxn modelId="{44C21C22-3214-4D51-9AF9-48AFBE212F00}" type="presParOf" srcId="{D412092C-BED0-4463-AB39-84B3B9FB5EA3}" destId="{095604D9-4DC0-4BB9-AB2C-37B523B5F733}" srcOrd="5" destOrd="0" presId="urn:microsoft.com/office/officeart/2008/layout/VerticalCircleList"/>
    <dgm:cxn modelId="{6205FA7C-E061-45B6-9F7C-A78611A25737}" type="presParOf" srcId="{D412092C-BED0-4463-AB39-84B3B9FB5EA3}" destId="{7C48540B-687D-4EE6-B405-66DE2918AD32}" srcOrd="6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09A53EC-D5EA-4F4D-8B1C-D53FFFEA145F}" type="doc">
      <dgm:prSet loTypeId="urn:microsoft.com/office/officeart/2008/layout/VerticalCircle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D122D82-75AC-4797-8942-C4AA3D1F19DB}">
      <dgm:prSet/>
      <dgm:spPr/>
      <dgm:t>
        <a:bodyPr/>
        <a:lstStyle/>
        <a:p>
          <a:r>
            <a:rPr lang="en-IN"/>
            <a:t>Backend &amp; DevOps</a:t>
          </a:r>
          <a:endParaRPr lang="en-IN" dirty="0"/>
        </a:p>
      </dgm:t>
    </dgm:pt>
    <dgm:pt modelId="{0769EF6A-0663-4F4F-A4A8-BFEDD9A8CB4D}" type="parTrans" cxnId="{3B3362C1-9C92-4381-B583-CFD189DE7804}">
      <dgm:prSet/>
      <dgm:spPr/>
      <dgm:t>
        <a:bodyPr/>
        <a:lstStyle/>
        <a:p>
          <a:endParaRPr lang="en-IN"/>
        </a:p>
      </dgm:t>
    </dgm:pt>
    <dgm:pt modelId="{35CEA9ED-7E6A-4AD7-B6A1-1EC44AE091F6}" type="sibTrans" cxnId="{3B3362C1-9C92-4381-B583-CFD189DE7804}">
      <dgm:prSet/>
      <dgm:spPr/>
      <dgm:t>
        <a:bodyPr/>
        <a:lstStyle/>
        <a:p>
          <a:endParaRPr lang="en-IN"/>
        </a:p>
      </dgm:t>
    </dgm:pt>
    <dgm:pt modelId="{4C20F8DB-582F-4045-835D-01D10B47C7BE}">
      <dgm:prSet phldrT="[Text]"/>
      <dgm:spPr/>
      <dgm:t>
        <a:bodyPr/>
        <a:lstStyle/>
        <a:p>
          <a:r>
            <a:rPr lang="en-IN" dirty="0"/>
            <a:t> </a:t>
          </a:r>
          <a:r>
            <a:rPr lang="en-IN" b="1" dirty="0"/>
            <a:t>Backend &amp; Evaluation</a:t>
          </a:r>
          <a:endParaRPr lang="en-IN" dirty="0"/>
        </a:p>
      </dgm:t>
    </dgm:pt>
    <dgm:pt modelId="{B4D9CA11-E585-4270-82E2-11AF12C77633}" type="parTrans" cxnId="{69691ACB-54A3-4668-A8BB-A67A7733CB92}">
      <dgm:prSet/>
      <dgm:spPr/>
      <dgm:t>
        <a:bodyPr/>
        <a:lstStyle/>
        <a:p>
          <a:endParaRPr lang="en-IN"/>
        </a:p>
      </dgm:t>
    </dgm:pt>
    <dgm:pt modelId="{C05BD248-F6F5-47C7-85DB-BC8907B48D2E}" type="sibTrans" cxnId="{69691ACB-54A3-4668-A8BB-A67A7733CB92}">
      <dgm:prSet/>
      <dgm:spPr/>
      <dgm:t>
        <a:bodyPr/>
        <a:lstStyle/>
        <a:p>
          <a:endParaRPr lang="en-IN"/>
        </a:p>
      </dgm:t>
    </dgm:pt>
    <dgm:pt modelId="{E3280CD7-0CA9-4709-A1F7-F6433F070DD6}">
      <dgm:prSet/>
      <dgm:spPr/>
      <dgm:t>
        <a:bodyPr/>
        <a:lstStyle/>
        <a:p>
          <a:r>
            <a:rPr lang="en-IN"/>
            <a:t>Python 3</a:t>
          </a:r>
          <a:endParaRPr lang="en-IN" dirty="0"/>
        </a:p>
      </dgm:t>
    </dgm:pt>
    <dgm:pt modelId="{EB408AE8-0639-4327-A64F-F65D8DDFD5AD}" type="parTrans" cxnId="{CD52066E-D27F-4212-B7C5-0DC97881982B}">
      <dgm:prSet/>
      <dgm:spPr/>
      <dgm:t>
        <a:bodyPr/>
        <a:lstStyle/>
        <a:p>
          <a:endParaRPr lang="en-IN"/>
        </a:p>
      </dgm:t>
    </dgm:pt>
    <dgm:pt modelId="{3D8100C0-7057-4434-BB42-D02AB43484A4}" type="sibTrans" cxnId="{CD52066E-D27F-4212-B7C5-0DC97881982B}">
      <dgm:prSet/>
      <dgm:spPr/>
      <dgm:t>
        <a:bodyPr/>
        <a:lstStyle/>
        <a:p>
          <a:endParaRPr lang="en-IN"/>
        </a:p>
      </dgm:t>
    </dgm:pt>
    <dgm:pt modelId="{6DC4DC8B-DAA1-4DC0-BB9F-A216402814F6}">
      <dgm:prSet/>
      <dgm:spPr/>
      <dgm:t>
        <a:bodyPr/>
        <a:lstStyle/>
        <a:p>
          <a:r>
            <a:rPr lang="en-IN"/>
            <a:t>jiwer (WER, Accuracy)</a:t>
          </a:r>
        </a:p>
      </dgm:t>
    </dgm:pt>
    <dgm:pt modelId="{A0353449-61CC-4BD4-831E-151E9F017652}" type="parTrans" cxnId="{E74535D5-5412-4965-A046-AC4161F4FC33}">
      <dgm:prSet/>
      <dgm:spPr/>
      <dgm:t>
        <a:bodyPr/>
        <a:lstStyle/>
        <a:p>
          <a:endParaRPr lang="en-IN"/>
        </a:p>
      </dgm:t>
    </dgm:pt>
    <dgm:pt modelId="{89A6CB59-8BB3-45CE-9E16-B03572814BB5}" type="sibTrans" cxnId="{E74535D5-5412-4965-A046-AC4161F4FC33}">
      <dgm:prSet/>
      <dgm:spPr/>
      <dgm:t>
        <a:bodyPr/>
        <a:lstStyle/>
        <a:p>
          <a:endParaRPr lang="en-IN"/>
        </a:p>
      </dgm:t>
    </dgm:pt>
    <dgm:pt modelId="{AC33DBCA-86D0-48C0-A30A-3202015587AA}">
      <dgm:prSet/>
      <dgm:spPr/>
      <dgm:t>
        <a:bodyPr/>
        <a:lstStyle/>
        <a:p>
          <a:r>
            <a:rPr lang="en-IN" dirty="0"/>
            <a:t>Git &amp; GitHub</a:t>
          </a:r>
        </a:p>
      </dgm:t>
    </dgm:pt>
    <dgm:pt modelId="{B9C33877-E5E6-4422-BC4B-C86D505BEF77}" type="parTrans" cxnId="{711E7178-7F56-4BCB-B3D8-DE379735B31A}">
      <dgm:prSet/>
      <dgm:spPr/>
      <dgm:t>
        <a:bodyPr/>
        <a:lstStyle/>
        <a:p>
          <a:endParaRPr lang="en-IN"/>
        </a:p>
      </dgm:t>
    </dgm:pt>
    <dgm:pt modelId="{E186960A-546A-4F75-862B-0674DBC1A6C4}" type="sibTrans" cxnId="{711E7178-7F56-4BCB-B3D8-DE379735B31A}">
      <dgm:prSet/>
      <dgm:spPr/>
      <dgm:t>
        <a:bodyPr/>
        <a:lstStyle/>
        <a:p>
          <a:endParaRPr lang="en-IN"/>
        </a:p>
      </dgm:t>
    </dgm:pt>
    <dgm:pt modelId="{EA7E70C3-1FD7-44FD-90B3-47294323EA87}" type="pres">
      <dgm:prSet presAssocID="{B09A53EC-D5EA-4F4D-8B1C-D53FFFEA145F}" presName="Name0" presStyleCnt="0">
        <dgm:presLayoutVars>
          <dgm:dir/>
        </dgm:presLayoutVars>
      </dgm:prSet>
      <dgm:spPr/>
    </dgm:pt>
    <dgm:pt modelId="{CC69FDAF-7D40-4748-805E-EB64C642E087}" type="pres">
      <dgm:prSet presAssocID="{4C20F8DB-582F-4045-835D-01D10B47C7BE}" presName="withChildren" presStyleCnt="0"/>
      <dgm:spPr/>
    </dgm:pt>
    <dgm:pt modelId="{D7850C10-465E-4CF9-AAA8-D11DC8DFD489}" type="pres">
      <dgm:prSet presAssocID="{4C20F8DB-582F-4045-835D-01D10B47C7BE}" presName="bigCircle" presStyleLbl="vennNode1" presStyleIdx="0" presStyleCnt="5"/>
      <dgm:spPr/>
    </dgm:pt>
    <dgm:pt modelId="{9083169C-8E06-466B-BDE7-B578957F4C65}" type="pres">
      <dgm:prSet presAssocID="{4C20F8DB-582F-4045-835D-01D10B47C7BE}" presName="medCircle" presStyleLbl="vennNode1" presStyleIdx="1" presStyleCnt="5"/>
      <dgm:spPr/>
    </dgm:pt>
    <dgm:pt modelId="{130BC554-E458-44DC-A9F7-1FE149062413}" type="pres">
      <dgm:prSet presAssocID="{4C20F8DB-582F-4045-835D-01D10B47C7BE}" presName="txLvl1" presStyleLbl="revTx" presStyleIdx="0" presStyleCnt="5"/>
      <dgm:spPr/>
    </dgm:pt>
    <dgm:pt modelId="{D412092C-BED0-4463-AB39-84B3B9FB5EA3}" type="pres">
      <dgm:prSet presAssocID="{4C20F8DB-582F-4045-835D-01D10B47C7BE}" presName="lin" presStyleCnt="0"/>
      <dgm:spPr/>
    </dgm:pt>
    <dgm:pt modelId="{E6475750-DCC0-414B-B7F4-4AAB058AE46F}" type="pres">
      <dgm:prSet presAssocID="{ED122D82-75AC-4797-8942-C4AA3D1F19DB}" presName="txLvl2" presStyleLbl="revTx" presStyleIdx="1" presStyleCnt="5"/>
      <dgm:spPr/>
    </dgm:pt>
    <dgm:pt modelId="{303058E6-9BC5-4535-A9DF-A4B5232745E1}" type="pres">
      <dgm:prSet presAssocID="{35CEA9ED-7E6A-4AD7-B6A1-1EC44AE091F6}" presName="smCircle" presStyleLbl="vennNode1" presStyleIdx="2" presStyleCnt="5"/>
      <dgm:spPr/>
    </dgm:pt>
    <dgm:pt modelId="{9028A941-634E-400D-B695-9C24CBF4FBD4}" type="pres">
      <dgm:prSet presAssocID="{E3280CD7-0CA9-4709-A1F7-F6433F070DD6}" presName="txLvl2" presStyleLbl="revTx" presStyleIdx="2" presStyleCnt="5"/>
      <dgm:spPr/>
    </dgm:pt>
    <dgm:pt modelId="{5FE9DE54-2C44-4C73-918D-124BC0FFA17A}" type="pres">
      <dgm:prSet presAssocID="{3D8100C0-7057-4434-BB42-D02AB43484A4}" presName="smCircle" presStyleLbl="vennNode1" presStyleIdx="3" presStyleCnt="5"/>
      <dgm:spPr/>
    </dgm:pt>
    <dgm:pt modelId="{0EE1C30E-F43C-4B7C-9BD3-DC146C1B6FE7}" type="pres">
      <dgm:prSet presAssocID="{6DC4DC8B-DAA1-4DC0-BB9F-A216402814F6}" presName="txLvl2" presStyleLbl="revTx" presStyleIdx="3" presStyleCnt="5"/>
      <dgm:spPr/>
    </dgm:pt>
    <dgm:pt modelId="{7A955E40-2E10-4C1B-8313-6611A2352CB3}" type="pres">
      <dgm:prSet presAssocID="{89A6CB59-8BB3-45CE-9E16-B03572814BB5}" presName="smCircle" presStyleLbl="vennNode1" presStyleIdx="4" presStyleCnt="5"/>
      <dgm:spPr/>
    </dgm:pt>
    <dgm:pt modelId="{89B1A1B5-8412-4125-B208-7695F43EBEBA}" type="pres">
      <dgm:prSet presAssocID="{AC33DBCA-86D0-48C0-A30A-3202015587AA}" presName="txLvl2" presStyleLbl="revTx" presStyleIdx="4" presStyleCnt="5"/>
      <dgm:spPr/>
    </dgm:pt>
  </dgm:ptLst>
  <dgm:cxnLst>
    <dgm:cxn modelId="{C553C80A-A46A-4B1E-B8E1-379B30AAE2A8}" type="presOf" srcId="{6DC4DC8B-DAA1-4DC0-BB9F-A216402814F6}" destId="{0EE1C30E-F43C-4B7C-9BD3-DC146C1B6FE7}" srcOrd="0" destOrd="0" presId="urn:microsoft.com/office/officeart/2008/layout/VerticalCircleList"/>
    <dgm:cxn modelId="{CD52066E-D27F-4212-B7C5-0DC97881982B}" srcId="{4C20F8DB-582F-4045-835D-01D10B47C7BE}" destId="{E3280CD7-0CA9-4709-A1F7-F6433F070DD6}" srcOrd="1" destOrd="0" parTransId="{EB408AE8-0639-4327-A64F-F65D8DDFD5AD}" sibTransId="{3D8100C0-7057-4434-BB42-D02AB43484A4}"/>
    <dgm:cxn modelId="{C49E664E-7E05-460C-B327-8770374BB1BE}" type="presOf" srcId="{B09A53EC-D5EA-4F4D-8B1C-D53FFFEA145F}" destId="{EA7E70C3-1FD7-44FD-90B3-47294323EA87}" srcOrd="0" destOrd="0" presId="urn:microsoft.com/office/officeart/2008/layout/VerticalCircleList"/>
    <dgm:cxn modelId="{711E7178-7F56-4BCB-B3D8-DE379735B31A}" srcId="{4C20F8DB-582F-4045-835D-01D10B47C7BE}" destId="{AC33DBCA-86D0-48C0-A30A-3202015587AA}" srcOrd="3" destOrd="0" parTransId="{B9C33877-E5E6-4422-BC4B-C86D505BEF77}" sibTransId="{E186960A-546A-4F75-862B-0674DBC1A6C4}"/>
    <dgm:cxn modelId="{C8A00BAD-1611-4728-B265-D29D6A7BF10B}" type="presOf" srcId="{ED122D82-75AC-4797-8942-C4AA3D1F19DB}" destId="{E6475750-DCC0-414B-B7F4-4AAB058AE46F}" srcOrd="0" destOrd="0" presId="urn:microsoft.com/office/officeart/2008/layout/VerticalCircleList"/>
    <dgm:cxn modelId="{D3293AB0-3D4C-4F8B-A855-E677CFC0A323}" type="presOf" srcId="{E3280CD7-0CA9-4709-A1F7-F6433F070DD6}" destId="{9028A941-634E-400D-B695-9C24CBF4FBD4}" srcOrd="0" destOrd="0" presId="urn:microsoft.com/office/officeart/2008/layout/VerticalCircleList"/>
    <dgm:cxn modelId="{3B3362C1-9C92-4381-B583-CFD189DE7804}" srcId="{4C20F8DB-582F-4045-835D-01D10B47C7BE}" destId="{ED122D82-75AC-4797-8942-C4AA3D1F19DB}" srcOrd="0" destOrd="0" parTransId="{0769EF6A-0663-4F4F-A4A8-BFEDD9A8CB4D}" sibTransId="{35CEA9ED-7E6A-4AD7-B6A1-1EC44AE091F6}"/>
    <dgm:cxn modelId="{69691ACB-54A3-4668-A8BB-A67A7733CB92}" srcId="{B09A53EC-D5EA-4F4D-8B1C-D53FFFEA145F}" destId="{4C20F8DB-582F-4045-835D-01D10B47C7BE}" srcOrd="0" destOrd="0" parTransId="{B4D9CA11-E585-4270-82E2-11AF12C77633}" sibTransId="{C05BD248-F6F5-47C7-85DB-BC8907B48D2E}"/>
    <dgm:cxn modelId="{E74535D5-5412-4965-A046-AC4161F4FC33}" srcId="{4C20F8DB-582F-4045-835D-01D10B47C7BE}" destId="{6DC4DC8B-DAA1-4DC0-BB9F-A216402814F6}" srcOrd="2" destOrd="0" parTransId="{A0353449-61CC-4BD4-831E-151E9F017652}" sibTransId="{89A6CB59-8BB3-45CE-9E16-B03572814BB5}"/>
    <dgm:cxn modelId="{93DD40E1-D3B0-41F2-9583-48549D62505F}" type="presOf" srcId="{4C20F8DB-582F-4045-835D-01D10B47C7BE}" destId="{130BC554-E458-44DC-A9F7-1FE149062413}" srcOrd="0" destOrd="0" presId="urn:microsoft.com/office/officeart/2008/layout/VerticalCircleList"/>
    <dgm:cxn modelId="{587396FF-C4A3-4DCE-AC16-9A39755C8683}" type="presOf" srcId="{AC33DBCA-86D0-48C0-A30A-3202015587AA}" destId="{89B1A1B5-8412-4125-B208-7695F43EBEBA}" srcOrd="0" destOrd="0" presId="urn:microsoft.com/office/officeart/2008/layout/VerticalCircleList"/>
    <dgm:cxn modelId="{7344075E-1F59-4DBE-92DF-F4CA51A2BC49}" type="presParOf" srcId="{EA7E70C3-1FD7-44FD-90B3-47294323EA87}" destId="{CC69FDAF-7D40-4748-805E-EB64C642E087}" srcOrd="0" destOrd="0" presId="urn:microsoft.com/office/officeart/2008/layout/VerticalCircleList"/>
    <dgm:cxn modelId="{7598BCC2-00CE-4B9A-854A-74DCD89DC58C}" type="presParOf" srcId="{CC69FDAF-7D40-4748-805E-EB64C642E087}" destId="{D7850C10-465E-4CF9-AAA8-D11DC8DFD489}" srcOrd="0" destOrd="0" presId="urn:microsoft.com/office/officeart/2008/layout/VerticalCircleList"/>
    <dgm:cxn modelId="{9531945F-8288-4402-B7F3-1F72A0141573}" type="presParOf" srcId="{CC69FDAF-7D40-4748-805E-EB64C642E087}" destId="{9083169C-8E06-466B-BDE7-B578957F4C65}" srcOrd="1" destOrd="0" presId="urn:microsoft.com/office/officeart/2008/layout/VerticalCircleList"/>
    <dgm:cxn modelId="{B90565B3-3334-4574-B649-6E2E2B92962A}" type="presParOf" srcId="{CC69FDAF-7D40-4748-805E-EB64C642E087}" destId="{130BC554-E458-44DC-A9F7-1FE149062413}" srcOrd="2" destOrd="0" presId="urn:microsoft.com/office/officeart/2008/layout/VerticalCircleList"/>
    <dgm:cxn modelId="{CF6927D3-FB40-49F3-9AAC-5F0ACCBA2DA1}" type="presParOf" srcId="{CC69FDAF-7D40-4748-805E-EB64C642E087}" destId="{D412092C-BED0-4463-AB39-84B3B9FB5EA3}" srcOrd="3" destOrd="0" presId="urn:microsoft.com/office/officeart/2008/layout/VerticalCircleList"/>
    <dgm:cxn modelId="{D738250B-E60B-4CD1-8AD1-B07E88FCF31E}" type="presParOf" srcId="{D412092C-BED0-4463-AB39-84B3B9FB5EA3}" destId="{E6475750-DCC0-414B-B7F4-4AAB058AE46F}" srcOrd="0" destOrd="0" presId="urn:microsoft.com/office/officeart/2008/layout/VerticalCircleList"/>
    <dgm:cxn modelId="{ED09489C-B837-468E-8DCF-84293523E7ED}" type="presParOf" srcId="{D412092C-BED0-4463-AB39-84B3B9FB5EA3}" destId="{303058E6-9BC5-4535-A9DF-A4B5232745E1}" srcOrd="1" destOrd="0" presId="urn:microsoft.com/office/officeart/2008/layout/VerticalCircleList"/>
    <dgm:cxn modelId="{AAF1BB83-978E-499F-94A7-E44BEA334CCA}" type="presParOf" srcId="{D412092C-BED0-4463-AB39-84B3B9FB5EA3}" destId="{9028A941-634E-400D-B695-9C24CBF4FBD4}" srcOrd="2" destOrd="0" presId="urn:microsoft.com/office/officeart/2008/layout/VerticalCircleList"/>
    <dgm:cxn modelId="{A19C8DDB-E5C2-4BA4-85D2-16DFC3D9F04C}" type="presParOf" srcId="{D412092C-BED0-4463-AB39-84B3B9FB5EA3}" destId="{5FE9DE54-2C44-4C73-918D-124BC0FFA17A}" srcOrd="3" destOrd="0" presId="urn:microsoft.com/office/officeart/2008/layout/VerticalCircleList"/>
    <dgm:cxn modelId="{929072E0-7A24-4A5E-961D-C92A9A2B23D2}" type="presParOf" srcId="{D412092C-BED0-4463-AB39-84B3B9FB5EA3}" destId="{0EE1C30E-F43C-4B7C-9BD3-DC146C1B6FE7}" srcOrd="4" destOrd="0" presId="urn:microsoft.com/office/officeart/2008/layout/VerticalCircleList"/>
    <dgm:cxn modelId="{E2981D84-F796-4977-AFDB-D3CB987B429B}" type="presParOf" srcId="{D412092C-BED0-4463-AB39-84B3B9FB5EA3}" destId="{7A955E40-2E10-4C1B-8313-6611A2352CB3}" srcOrd="5" destOrd="0" presId="urn:microsoft.com/office/officeart/2008/layout/VerticalCircleList"/>
    <dgm:cxn modelId="{D6360620-6A1C-445E-86F3-CF2677F2548F}" type="presParOf" srcId="{D412092C-BED0-4463-AB39-84B3B9FB5EA3}" destId="{89B1A1B5-8412-4125-B208-7695F43EBEBA}" srcOrd="6" destOrd="0" presId="urn:microsoft.com/office/officeart/2008/layout/VerticalCircleLis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F345043-BDCC-461F-87CD-363C22EA14B4}" type="doc">
      <dgm:prSet loTypeId="urn:microsoft.com/office/officeart/2008/layout/SquareAccent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CB458E7-D9BC-4E6D-ACC8-51D0B941C772}">
      <dgm:prSet phldrT="[Text]"/>
      <dgm:spPr/>
      <dgm:t>
        <a:bodyPr/>
        <a:lstStyle/>
        <a:p>
          <a:pPr>
            <a:buNone/>
          </a:pPr>
          <a:r>
            <a:rPr lang="en-IN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Repository &amp; Execution</a:t>
          </a:r>
          <a:endParaRPr lang="en-IN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6B82A0D-0B52-4E3E-9779-2BB3F0AA920B}" type="parTrans" cxnId="{D0003A37-0E54-41B3-B0C0-067E5F303AC6}">
      <dgm:prSet/>
      <dgm:spPr/>
      <dgm:t>
        <a:bodyPr/>
        <a:lstStyle/>
        <a:p>
          <a:endParaRPr lang="en-IN"/>
        </a:p>
      </dgm:t>
    </dgm:pt>
    <dgm:pt modelId="{9C71505B-6080-4885-A69A-863912C3AB03}" type="sibTrans" cxnId="{D0003A37-0E54-41B3-B0C0-067E5F303AC6}">
      <dgm:prSet/>
      <dgm:spPr/>
      <dgm:t>
        <a:bodyPr/>
        <a:lstStyle/>
        <a:p>
          <a:endParaRPr lang="en-IN"/>
        </a:p>
      </dgm:t>
    </dgm:pt>
    <dgm:pt modelId="{2A911D3D-6548-4B2B-BC7B-642DFEC0C61E}">
      <dgm:prSet/>
      <dgm:spPr/>
      <dgm:t>
        <a:bodyPr/>
        <a:lstStyle/>
        <a:p>
          <a:pPr>
            <a:buNone/>
          </a:pPr>
          <a:r>
            <a:rPr lang="en-IN" b="1" dirty="0"/>
            <a:t>GitHub:</a:t>
          </a:r>
          <a:br>
            <a:rPr lang="en-IN" dirty="0"/>
          </a:br>
          <a:r>
            <a:rPr lang="en-IN" dirty="0"/>
            <a:t>springboardmentor13579x-proj / Automated-Podcast-Transcription-and-Topic-Segmentation</a:t>
          </a:r>
        </a:p>
      </dgm:t>
    </dgm:pt>
    <dgm:pt modelId="{C0F0FA5B-B4A1-48E7-8B12-FD09D67F91BF}" type="parTrans" cxnId="{BED4F5CF-917C-4DA6-A741-5435A1257D3E}">
      <dgm:prSet/>
      <dgm:spPr/>
      <dgm:t>
        <a:bodyPr/>
        <a:lstStyle/>
        <a:p>
          <a:endParaRPr lang="en-IN"/>
        </a:p>
      </dgm:t>
    </dgm:pt>
    <dgm:pt modelId="{827B3DDA-350E-4BC8-B385-B87E2F9B47AA}" type="sibTrans" cxnId="{BED4F5CF-917C-4DA6-A741-5435A1257D3E}">
      <dgm:prSet/>
      <dgm:spPr/>
      <dgm:t>
        <a:bodyPr/>
        <a:lstStyle/>
        <a:p>
          <a:endParaRPr lang="en-IN"/>
        </a:p>
      </dgm:t>
    </dgm:pt>
    <dgm:pt modelId="{2340348A-E95A-47EA-A7C8-7A3DCD0414FC}">
      <dgm:prSet/>
      <dgm:spPr/>
      <dgm:t>
        <a:bodyPr/>
        <a:lstStyle/>
        <a:p>
          <a:pPr>
            <a:buNone/>
          </a:pPr>
          <a:r>
            <a:rPr lang="en-US" b="1"/>
            <a:t>Run Backend:</a:t>
          </a:r>
          <a:br>
            <a:rPr lang="en-US"/>
          </a:br>
          <a:r>
            <a:rPr lang="en-US"/>
            <a:t>python -m src.main</a:t>
          </a:r>
        </a:p>
      </dgm:t>
    </dgm:pt>
    <dgm:pt modelId="{6C79B94F-FF96-4127-AFBF-BCE0C0942F8F}" type="parTrans" cxnId="{287C724E-4663-4B68-8CD6-20938EB66D2E}">
      <dgm:prSet/>
      <dgm:spPr/>
      <dgm:t>
        <a:bodyPr/>
        <a:lstStyle/>
        <a:p>
          <a:endParaRPr lang="en-IN"/>
        </a:p>
      </dgm:t>
    </dgm:pt>
    <dgm:pt modelId="{718E94BD-BB27-4A53-AC6F-C6D182E884A9}" type="sibTrans" cxnId="{287C724E-4663-4B68-8CD6-20938EB66D2E}">
      <dgm:prSet/>
      <dgm:spPr/>
      <dgm:t>
        <a:bodyPr/>
        <a:lstStyle/>
        <a:p>
          <a:endParaRPr lang="en-IN"/>
        </a:p>
      </dgm:t>
    </dgm:pt>
    <dgm:pt modelId="{EED2D056-D06E-4189-A29A-AD8C840D2C6E}">
      <dgm:prSet/>
      <dgm:spPr/>
      <dgm:t>
        <a:bodyPr/>
        <a:lstStyle/>
        <a:p>
          <a:pPr>
            <a:buNone/>
          </a:pPr>
          <a:r>
            <a:rPr lang="en-US" b="1"/>
            <a:t>Launch UI:</a:t>
          </a:r>
          <a:br>
            <a:rPr lang="en-US"/>
          </a:br>
          <a:r>
            <a:rPr lang="en-US"/>
            <a:t>streamlit run src/ui_app.py</a:t>
          </a:r>
        </a:p>
      </dgm:t>
    </dgm:pt>
    <dgm:pt modelId="{B11583BF-40F8-4693-ADEB-B5B9B26339FD}" type="parTrans" cxnId="{5145A631-3033-4659-9E68-68B9D231348A}">
      <dgm:prSet/>
      <dgm:spPr/>
      <dgm:t>
        <a:bodyPr/>
        <a:lstStyle/>
        <a:p>
          <a:endParaRPr lang="en-IN"/>
        </a:p>
      </dgm:t>
    </dgm:pt>
    <dgm:pt modelId="{83A3A376-7AC1-4F87-9C14-33D515814358}" type="sibTrans" cxnId="{5145A631-3033-4659-9E68-68B9D231348A}">
      <dgm:prSet/>
      <dgm:spPr/>
      <dgm:t>
        <a:bodyPr/>
        <a:lstStyle/>
        <a:p>
          <a:endParaRPr lang="en-IN"/>
        </a:p>
      </dgm:t>
    </dgm:pt>
    <dgm:pt modelId="{5DA1D268-BFDA-4D24-A987-1ACA674B28C3}" type="pres">
      <dgm:prSet presAssocID="{5F345043-BDCC-461F-87CD-363C22EA14B4}" presName="layout" presStyleCnt="0">
        <dgm:presLayoutVars>
          <dgm:chMax/>
          <dgm:chPref/>
          <dgm:dir/>
          <dgm:resizeHandles/>
        </dgm:presLayoutVars>
      </dgm:prSet>
      <dgm:spPr/>
    </dgm:pt>
    <dgm:pt modelId="{16A10181-6E94-409A-942E-944BA65FC415}" type="pres">
      <dgm:prSet presAssocID="{ACB458E7-D9BC-4E6D-ACC8-51D0B941C772}" presName="root" presStyleCnt="0">
        <dgm:presLayoutVars>
          <dgm:chMax/>
          <dgm:chPref/>
        </dgm:presLayoutVars>
      </dgm:prSet>
      <dgm:spPr/>
    </dgm:pt>
    <dgm:pt modelId="{304E4038-E6E3-4B5D-8360-E2F9A8BC9030}" type="pres">
      <dgm:prSet presAssocID="{ACB458E7-D9BC-4E6D-ACC8-51D0B941C772}" presName="rootComposite" presStyleCnt="0">
        <dgm:presLayoutVars/>
      </dgm:prSet>
      <dgm:spPr/>
    </dgm:pt>
    <dgm:pt modelId="{4E095EF6-9BB9-459A-B2A6-CAE32A0DAED0}" type="pres">
      <dgm:prSet presAssocID="{ACB458E7-D9BC-4E6D-ACC8-51D0B941C772}" presName="ParentAccent" presStyleLbl="alignNode1" presStyleIdx="0" presStyleCnt="1"/>
      <dgm:spPr/>
    </dgm:pt>
    <dgm:pt modelId="{807C442C-6A65-4834-B37D-C721CA968E02}" type="pres">
      <dgm:prSet presAssocID="{ACB458E7-D9BC-4E6D-ACC8-51D0B941C772}" presName="ParentSmallAccent" presStyleLbl="fgAcc1" presStyleIdx="0" presStyleCnt="1"/>
      <dgm:spPr/>
    </dgm:pt>
    <dgm:pt modelId="{F47CF60C-F55C-4849-A3A1-C52F325946C3}" type="pres">
      <dgm:prSet presAssocID="{ACB458E7-D9BC-4E6D-ACC8-51D0B941C772}" presName="Parent" presStyleLbl="revTx" presStyleIdx="0" presStyleCnt="4">
        <dgm:presLayoutVars>
          <dgm:chMax/>
          <dgm:chPref val="4"/>
          <dgm:bulletEnabled val="1"/>
        </dgm:presLayoutVars>
      </dgm:prSet>
      <dgm:spPr/>
    </dgm:pt>
    <dgm:pt modelId="{5D9EB1EB-448F-4C17-A16D-DA038748F548}" type="pres">
      <dgm:prSet presAssocID="{ACB458E7-D9BC-4E6D-ACC8-51D0B941C772}" presName="childShape" presStyleCnt="0">
        <dgm:presLayoutVars>
          <dgm:chMax val="0"/>
          <dgm:chPref val="0"/>
        </dgm:presLayoutVars>
      </dgm:prSet>
      <dgm:spPr/>
    </dgm:pt>
    <dgm:pt modelId="{549CC71F-7159-4BED-BC67-4E92C518F9C8}" type="pres">
      <dgm:prSet presAssocID="{2A911D3D-6548-4B2B-BC7B-642DFEC0C61E}" presName="childComposite" presStyleCnt="0">
        <dgm:presLayoutVars>
          <dgm:chMax val="0"/>
          <dgm:chPref val="0"/>
        </dgm:presLayoutVars>
      </dgm:prSet>
      <dgm:spPr/>
    </dgm:pt>
    <dgm:pt modelId="{D6E6D125-B547-4DDB-BA73-3FA2D4517562}" type="pres">
      <dgm:prSet presAssocID="{2A911D3D-6548-4B2B-BC7B-642DFEC0C61E}" presName="ChildAccent" presStyleLbl="solidFgAcc1" presStyleIdx="0" presStyleCnt="3"/>
      <dgm:spPr/>
    </dgm:pt>
    <dgm:pt modelId="{7D7FB6F8-D1DC-4BCD-81D5-7138586108A9}" type="pres">
      <dgm:prSet presAssocID="{2A911D3D-6548-4B2B-BC7B-642DFEC0C61E}" presName="Child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6F6AA872-5A24-4396-9023-E63AC3EDFBF3}" type="pres">
      <dgm:prSet presAssocID="{2340348A-E95A-47EA-A7C8-7A3DCD0414FC}" presName="childComposite" presStyleCnt="0">
        <dgm:presLayoutVars>
          <dgm:chMax val="0"/>
          <dgm:chPref val="0"/>
        </dgm:presLayoutVars>
      </dgm:prSet>
      <dgm:spPr/>
    </dgm:pt>
    <dgm:pt modelId="{22C70FD8-1997-441A-8F68-64E8D70CB413}" type="pres">
      <dgm:prSet presAssocID="{2340348A-E95A-47EA-A7C8-7A3DCD0414FC}" presName="ChildAccent" presStyleLbl="solidFgAcc1" presStyleIdx="1" presStyleCnt="3"/>
      <dgm:spPr/>
    </dgm:pt>
    <dgm:pt modelId="{D836DCC9-61E5-4E46-8CCF-77FAF0F14EAE}" type="pres">
      <dgm:prSet presAssocID="{2340348A-E95A-47EA-A7C8-7A3DCD0414FC}" presName="Child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04F5FFFC-46A4-4F22-A87F-799A47CE1371}" type="pres">
      <dgm:prSet presAssocID="{EED2D056-D06E-4189-A29A-AD8C840D2C6E}" presName="childComposite" presStyleCnt="0">
        <dgm:presLayoutVars>
          <dgm:chMax val="0"/>
          <dgm:chPref val="0"/>
        </dgm:presLayoutVars>
      </dgm:prSet>
      <dgm:spPr/>
    </dgm:pt>
    <dgm:pt modelId="{63798A76-ECB9-4B71-9FCC-B20CAF2C8656}" type="pres">
      <dgm:prSet presAssocID="{EED2D056-D06E-4189-A29A-AD8C840D2C6E}" presName="ChildAccent" presStyleLbl="solidFgAcc1" presStyleIdx="2" presStyleCnt="3"/>
      <dgm:spPr/>
    </dgm:pt>
    <dgm:pt modelId="{74121559-3C97-4DDE-8BCB-DF2C3FAFD494}" type="pres">
      <dgm:prSet presAssocID="{EED2D056-D06E-4189-A29A-AD8C840D2C6E}" presName="Child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89CD15-CC42-4388-B635-DC705835443A}" type="presOf" srcId="{2A911D3D-6548-4B2B-BC7B-642DFEC0C61E}" destId="{7D7FB6F8-D1DC-4BCD-81D5-7138586108A9}" srcOrd="0" destOrd="0" presId="urn:microsoft.com/office/officeart/2008/layout/SquareAccentList"/>
    <dgm:cxn modelId="{9CE82221-6101-4E27-9EDD-969E78D924FE}" type="presOf" srcId="{ACB458E7-D9BC-4E6D-ACC8-51D0B941C772}" destId="{F47CF60C-F55C-4849-A3A1-C52F325946C3}" srcOrd="0" destOrd="0" presId="urn:microsoft.com/office/officeart/2008/layout/SquareAccentList"/>
    <dgm:cxn modelId="{B7908C29-8B1B-493F-8307-D8F5BA824CAB}" type="presOf" srcId="{5F345043-BDCC-461F-87CD-363C22EA14B4}" destId="{5DA1D268-BFDA-4D24-A987-1ACA674B28C3}" srcOrd="0" destOrd="0" presId="urn:microsoft.com/office/officeart/2008/layout/SquareAccentList"/>
    <dgm:cxn modelId="{5145A631-3033-4659-9E68-68B9D231348A}" srcId="{ACB458E7-D9BC-4E6D-ACC8-51D0B941C772}" destId="{EED2D056-D06E-4189-A29A-AD8C840D2C6E}" srcOrd="2" destOrd="0" parTransId="{B11583BF-40F8-4693-ADEB-B5B9B26339FD}" sibTransId="{83A3A376-7AC1-4F87-9C14-33D515814358}"/>
    <dgm:cxn modelId="{D0003A37-0E54-41B3-B0C0-067E5F303AC6}" srcId="{5F345043-BDCC-461F-87CD-363C22EA14B4}" destId="{ACB458E7-D9BC-4E6D-ACC8-51D0B941C772}" srcOrd="0" destOrd="0" parTransId="{36B82A0D-0B52-4E3E-9779-2BB3F0AA920B}" sibTransId="{9C71505B-6080-4885-A69A-863912C3AB03}"/>
    <dgm:cxn modelId="{5397B645-D02D-49E9-AEA4-9899346E919A}" type="presOf" srcId="{EED2D056-D06E-4189-A29A-AD8C840D2C6E}" destId="{74121559-3C97-4DDE-8BCB-DF2C3FAFD494}" srcOrd="0" destOrd="0" presId="urn:microsoft.com/office/officeart/2008/layout/SquareAccentList"/>
    <dgm:cxn modelId="{287C724E-4663-4B68-8CD6-20938EB66D2E}" srcId="{ACB458E7-D9BC-4E6D-ACC8-51D0B941C772}" destId="{2340348A-E95A-47EA-A7C8-7A3DCD0414FC}" srcOrd="1" destOrd="0" parTransId="{6C79B94F-FF96-4127-AFBF-BCE0C0942F8F}" sibTransId="{718E94BD-BB27-4A53-AC6F-C6D182E884A9}"/>
    <dgm:cxn modelId="{4E67EA89-8977-4D81-9EAC-429E23A39508}" type="presOf" srcId="{2340348A-E95A-47EA-A7C8-7A3DCD0414FC}" destId="{D836DCC9-61E5-4E46-8CCF-77FAF0F14EAE}" srcOrd="0" destOrd="0" presId="urn:microsoft.com/office/officeart/2008/layout/SquareAccentList"/>
    <dgm:cxn modelId="{BED4F5CF-917C-4DA6-A741-5435A1257D3E}" srcId="{ACB458E7-D9BC-4E6D-ACC8-51D0B941C772}" destId="{2A911D3D-6548-4B2B-BC7B-642DFEC0C61E}" srcOrd="0" destOrd="0" parTransId="{C0F0FA5B-B4A1-48E7-8B12-FD09D67F91BF}" sibTransId="{827B3DDA-350E-4BC8-B385-B87E2F9B47AA}"/>
    <dgm:cxn modelId="{7EE5E1CD-219A-4CD5-BD46-FD819AD908EE}" type="presParOf" srcId="{5DA1D268-BFDA-4D24-A987-1ACA674B28C3}" destId="{16A10181-6E94-409A-942E-944BA65FC415}" srcOrd="0" destOrd="0" presId="urn:microsoft.com/office/officeart/2008/layout/SquareAccentList"/>
    <dgm:cxn modelId="{BD863806-F867-4104-987D-7DCDA92CFF4A}" type="presParOf" srcId="{16A10181-6E94-409A-942E-944BA65FC415}" destId="{304E4038-E6E3-4B5D-8360-E2F9A8BC9030}" srcOrd="0" destOrd="0" presId="urn:microsoft.com/office/officeart/2008/layout/SquareAccentList"/>
    <dgm:cxn modelId="{D81C7A72-D37E-482E-B7E6-43EB1459B64C}" type="presParOf" srcId="{304E4038-E6E3-4B5D-8360-E2F9A8BC9030}" destId="{4E095EF6-9BB9-459A-B2A6-CAE32A0DAED0}" srcOrd="0" destOrd="0" presId="urn:microsoft.com/office/officeart/2008/layout/SquareAccentList"/>
    <dgm:cxn modelId="{C297DFA9-5321-404B-9526-8D5EEABF65D5}" type="presParOf" srcId="{304E4038-E6E3-4B5D-8360-E2F9A8BC9030}" destId="{807C442C-6A65-4834-B37D-C721CA968E02}" srcOrd="1" destOrd="0" presId="urn:microsoft.com/office/officeart/2008/layout/SquareAccentList"/>
    <dgm:cxn modelId="{6ED81004-5676-473E-A968-CDF860A76619}" type="presParOf" srcId="{304E4038-E6E3-4B5D-8360-E2F9A8BC9030}" destId="{F47CF60C-F55C-4849-A3A1-C52F325946C3}" srcOrd="2" destOrd="0" presId="urn:microsoft.com/office/officeart/2008/layout/SquareAccentList"/>
    <dgm:cxn modelId="{EF1AA6D8-D5E4-4909-A3D0-C2AD60B8A09E}" type="presParOf" srcId="{16A10181-6E94-409A-942E-944BA65FC415}" destId="{5D9EB1EB-448F-4C17-A16D-DA038748F548}" srcOrd="1" destOrd="0" presId="urn:microsoft.com/office/officeart/2008/layout/SquareAccentList"/>
    <dgm:cxn modelId="{16A84790-D886-4300-8126-3E47FB4826D5}" type="presParOf" srcId="{5D9EB1EB-448F-4C17-A16D-DA038748F548}" destId="{549CC71F-7159-4BED-BC67-4E92C518F9C8}" srcOrd="0" destOrd="0" presId="urn:microsoft.com/office/officeart/2008/layout/SquareAccentList"/>
    <dgm:cxn modelId="{9B6AFE5F-F312-49AC-88FF-A972995C1E85}" type="presParOf" srcId="{549CC71F-7159-4BED-BC67-4E92C518F9C8}" destId="{D6E6D125-B547-4DDB-BA73-3FA2D4517562}" srcOrd="0" destOrd="0" presId="urn:microsoft.com/office/officeart/2008/layout/SquareAccentList"/>
    <dgm:cxn modelId="{FC97DB57-295B-419D-B923-EA9D1A950488}" type="presParOf" srcId="{549CC71F-7159-4BED-BC67-4E92C518F9C8}" destId="{7D7FB6F8-D1DC-4BCD-81D5-7138586108A9}" srcOrd="1" destOrd="0" presId="urn:microsoft.com/office/officeart/2008/layout/SquareAccentList"/>
    <dgm:cxn modelId="{FCF92DF9-B7D9-43A7-9CA3-E51164334C3F}" type="presParOf" srcId="{5D9EB1EB-448F-4C17-A16D-DA038748F548}" destId="{6F6AA872-5A24-4396-9023-E63AC3EDFBF3}" srcOrd="1" destOrd="0" presId="urn:microsoft.com/office/officeart/2008/layout/SquareAccentList"/>
    <dgm:cxn modelId="{0EEDB488-C108-4334-8F07-046FA0E44D2C}" type="presParOf" srcId="{6F6AA872-5A24-4396-9023-E63AC3EDFBF3}" destId="{22C70FD8-1997-441A-8F68-64E8D70CB413}" srcOrd="0" destOrd="0" presId="urn:microsoft.com/office/officeart/2008/layout/SquareAccentList"/>
    <dgm:cxn modelId="{7EF4087B-6495-4068-A150-C28BAF1E8DD4}" type="presParOf" srcId="{6F6AA872-5A24-4396-9023-E63AC3EDFBF3}" destId="{D836DCC9-61E5-4E46-8CCF-77FAF0F14EAE}" srcOrd="1" destOrd="0" presId="urn:microsoft.com/office/officeart/2008/layout/SquareAccentList"/>
    <dgm:cxn modelId="{87CEA61F-4162-460D-9E77-F24B4BA2C9B0}" type="presParOf" srcId="{5D9EB1EB-448F-4C17-A16D-DA038748F548}" destId="{04F5FFFC-46A4-4F22-A87F-799A47CE1371}" srcOrd="2" destOrd="0" presId="urn:microsoft.com/office/officeart/2008/layout/SquareAccentList"/>
    <dgm:cxn modelId="{A7ADAA76-D0C2-439E-AA42-3C586D96E31A}" type="presParOf" srcId="{04F5FFFC-46A4-4F22-A87F-799A47CE1371}" destId="{63798A76-ECB9-4B71-9FCC-B20CAF2C8656}" srcOrd="0" destOrd="0" presId="urn:microsoft.com/office/officeart/2008/layout/SquareAccentList"/>
    <dgm:cxn modelId="{4043CBE7-F7FB-451A-ABC5-A89C061F35FF}" type="presParOf" srcId="{04F5FFFC-46A4-4F22-A87F-799A47CE1371}" destId="{74121559-3C97-4DDE-8BCB-DF2C3FAFD494}" srcOrd="1" destOrd="0" presId="urn:microsoft.com/office/officeart/2008/layout/Squa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33144-948D-49DF-95E6-A5C99C3EB797}">
      <dsp:nvSpPr>
        <dsp:cNvPr id="0" name=""/>
        <dsp:cNvSpPr/>
      </dsp:nvSpPr>
      <dsp:spPr>
        <a:xfrm>
          <a:off x="0" y="245458"/>
          <a:ext cx="10353675" cy="786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 dirty="0"/>
            <a:t>Problem Statement</a:t>
          </a:r>
          <a:endParaRPr lang="en-IN" sz="3200" kern="1200" dirty="0"/>
        </a:p>
      </dsp:txBody>
      <dsp:txXfrm>
        <a:off x="38381" y="283839"/>
        <a:ext cx="10276913" cy="709478"/>
      </dsp:txXfrm>
    </dsp:sp>
    <dsp:sp modelId="{1A617060-38F4-424C-919C-2B4E2755F350}">
      <dsp:nvSpPr>
        <dsp:cNvPr id="0" name=""/>
        <dsp:cNvSpPr/>
      </dsp:nvSpPr>
      <dsp:spPr>
        <a:xfrm>
          <a:off x="0" y="1031698"/>
          <a:ext cx="10353675" cy="278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729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Spoken data (interviews, meetings, podcasts) is unstructured and difficult to analyze.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Manual note-taking is time-consuming, inconsistent, and subjective.</a:t>
          </a:r>
          <a:endParaRPr lang="en-IN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/>
            <a:t>Recruiters lack tools to quickly search, compare, and summarize interview content.</a:t>
          </a:r>
          <a:endParaRPr lang="en-IN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90204" pitchFamily="34" charset="0"/>
            <a:buChar char="•"/>
          </a:pPr>
          <a:r>
            <a:rPr lang="en-US" sz="2500" kern="1200" dirty="0"/>
            <a:t>Need for scalable, objective, and auditable analysis of audio conversations.</a:t>
          </a:r>
        </a:p>
      </dsp:txBody>
      <dsp:txXfrm>
        <a:off x="0" y="1031698"/>
        <a:ext cx="10353675" cy="27820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90783-3FFC-433A-9649-1105D6AF92DD}">
      <dsp:nvSpPr>
        <dsp:cNvPr id="0" name=""/>
        <dsp:cNvSpPr/>
      </dsp:nvSpPr>
      <dsp:spPr>
        <a:xfrm>
          <a:off x="126448" y="0"/>
          <a:ext cx="8605190" cy="5378244"/>
        </a:xfrm>
        <a:prstGeom prst="swooshArrow">
          <a:avLst>
            <a:gd name="adj1" fmla="val 25000"/>
            <a:gd name="adj2" fmla="val 25000"/>
          </a:avLst>
        </a:prstGeom>
        <a:solidFill>
          <a:schemeClr val="tx2"/>
        </a:soli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tint val="4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3F1A6D-5CE8-4C9B-B1BE-4735EBBCB4D0}">
      <dsp:nvSpPr>
        <dsp:cNvPr id="0" name=""/>
        <dsp:cNvSpPr/>
      </dsp:nvSpPr>
      <dsp:spPr>
        <a:xfrm>
          <a:off x="807300" y="4215572"/>
          <a:ext cx="197919" cy="197919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3AC6D4-1402-4133-95C7-78D8F90646A4}">
      <dsp:nvSpPr>
        <dsp:cNvPr id="0" name=""/>
        <dsp:cNvSpPr/>
      </dsp:nvSpPr>
      <dsp:spPr>
        <a:xfrm>
          <a:off x="1730443" y="3822927"/>
          <a:ext cx="2939889" cy="8670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873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Problem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Manual interview evaluation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Unstructured audio data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 Difficult to scale recruitment AI-based audio intelligence system</a:t>
          </a:r>
        </a:p>
      </dsp:txBody>
      <dsp:txXfrm>
        <a:off x="1730443" y="3822927"/>
        <a:ext cx="2939889" cy="867061"/>
      </dsp:txXfrm>
    </dsp:sp>
    <dsp:sp modelId="{A6DAF989-C2ED-44F3-8C44-555C41DEFBD3}">
      <dsp:nvSpPr>
        <dsp:cNvPr id="0" name=""/>
        <dsp:cNvSpPr/>
      </dsp:nvSpPr>
      <dsp:spPr>
        <a:xfrm>
          <a:off x="1770488" y="3274665"/>
          <a:ext cx="309786" cy="309786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ED51BE-33FA-44C9-A0E8-279CA6E8F9CE}">
      <dsp:nvSpPr>
        <dsp:cNvPr id="0" name=""/>
        <dsp:cNvSpPr/>
      </dsp:nvSpPr>
      <dsp:spPr>
        <a:xfrm>
          <a:off x="3805081" y="2726535"/>
          <a:ext cx="2014916" cy="170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15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Solution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/>
            <a:t> AI-based audio intelligence system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dirty="0"/>
            <a:t> Automated transcription &amp; analysis</a:t>
          </a:r>
        </a:p>
      </dsp:txBody>
      <dsp:txXfrm>
        <a:off x="3805081" y="2726535"/>
        <a:ext cx="2014916" cy="1702890"/>
      </dsp:txXfrm>
    </dsp:sp>
    <dsp:sp modelId="{5FC26C29-14C3-4203-A7DE-F2E81F84B8E4}">
      <dsp:nvSpPr>
        <dsp:cNvPr id="0" name=""/>
        <dsp:cNvSpPr/>
      </dsp:nvSpPr>
      <dsp:spPr>
        <a:xfrm>
          <a:off x="3530784" y="2140972"/>
          <a:ext cx="413049" cy="413049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805D20-1790-44C5-9387-D2BD3965D861}">
      <dsp:nvSpPr>
        <dsp:cNvPr id="0" name=""/>
        <dsp:cNvSpPr/>
      </dsp:nvSpPr>
      <dsp:spPr>
        <a:xfrm>
          <a:off x="5879700" y="2221241"/>
          <a:ext cx="2469080" cy="20754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866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Core Functionality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Transcription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Segmentation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Sentiment &amp; Emotion Analysis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 Keyword Extraction</a:t>
          </a:r>
        </a:p>
      </dsp:txBody>
      <dsp:txXfrm>
        <a:off x="5879700" y="2221241"/>
        <a:ext cx="2469080" cy="2075449"/>
      </dsp:txXfrm>
    </dsp:sp>
    <dsp:sp modelId="{E16C6A0F-B0C0-4F58-AAC9-C7FB08C3F47A}">
      <dsp:nvSpPr>
        <dsp:cNvPr id="0" name=""/>
        <dsp:cNvSpPr/>
      </dsp:nvSpPr>
      <dsp:spPr>
        <a:xfrm>
          <a:off x="5681948" y="1400976"/>
          <a:ext cx="533521" cy="533521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BD3A42-A483-42CA-BB85-92FCA97D8CDE}">
      <dsp:nvSpPr>
        <dsp:cNvPr id="0" name=""/>
        <dsp:cNvSpPr/>
      </dsp:nvSpPr>
      <dsp:spPr>
        <a:xfrm>
          <a:off x="8318090" y="1455178"/>
          <a:ext cx="2154051" cy="239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702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b="1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Outcome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Structured insights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Recruiter decision support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 Time-efficient evaluation</a:t>
          </a:r>
        </a:p>
      </dsp:txBody>
      <dsp:txXfrm>
        <a:off x="8318090" y="1455178"/>
        <a:ext cx="2154051" cy="2394294"/>
      </dsp:txXfrm>
    </dsp:sp>
    <dsp:sp modelId="{FC595EEB-247D-40C3-B9F7-E27353E6AC3C}">
      <dsp:nvSpPr>
        <dsp:cNvPr id="0" name=""/>
        <dsp:cNvSpPr/>
      </dsp:nvSpPr>
      <dsp:spPr>
        <a:xfrm>
          <a:off x="7457665" y="883302"/>
          <a:ext cx="679810" cy="679810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dk2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0160C0-D5C6-4648-8A07-C51451F6A4C3}">
      <dsp:nvSpPr>
        <dsp:cNvPr id="0" name=""/>
        <dsp:cNvSpPr/>
      </dsp:nvSpPr>
      <dsp:spPr>
        <a:xfrm>
          <a:off x="8145539" y="2285100"/>
          <a:ext cx="1457719" cy="22278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0217" tIns="0" rIns="0" bIns="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/>
        </a:p>
      </dsp:txBody>
      <dsp:txXfrm>
        <a:off x="8145539" y="2285100"/>
        <a:ext cx="1457719" cy="22278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22030-785D-4CA1-92D7-981475D34E46}">
      <dsp:nvSpPr>
        <dsp:cNvPr id="0" name=""/>
        <dsp:cNvSpPr/>
      </dsp:nvSpPr>
      <dsp:spPr>
        <a:xfrm>
          <a:off x="-4672273" y="-716256"/>
          <a:ext cx="5565400" cy="5565400"/>
        </a:xfrm>
        <a:prstGeom prst="blockArc">
          <a:avLst>
            <a:gd name="adj1" fmla="val 18900000"/>
            <a:gd name="adj2" fmla="val 2700000"/>
            <a:gd name="adj3" fmla="val 388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2CF20A-B988-4EB9-A507-087A72FC0D01}">
      <dsp:nvSpPr>
        <dsp:cNvPr id="0" name=""/>
        <dsp:cNvSpPr/>
      </dsp:nvSpPr>
      <dsp:spPr>
        <a:xfrm>
          <a:off x="390903" y="258222"/>
          <a:ext cx="8788029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Automate transcription using ASR</a:t>
          </a:r>
          <a:endParaRPr lang="en-IN" sz="2600" kern="1200" dirty="0"/>
        </a:p>
      </dsp:txBody>
      <dsp:txXfrm>
        <a:off x="390903" y="258222"/>
        <a:ext cx="8788029" cy="516776"/>
      </dsp:txXfrm>
    </dsp:sp>
    <dsp:sp modelId="{C385D025-D7DE-403B-A421-A298E79CD916}">
      <dsp:nvSpPr>
        <dsp:cNvPr id="0" name=""/>
        <dsp:cNvSpPr/>
      </dsp:nvSpPr>
      <dsp:spPr>
        <a:xfrm>
          <a:off x="67918" y="193625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B813A-328A-40CF-A24C-49DC3ABE117E}">
      <dsp:nvSpPr>
        <dsp:cNvPr id="0" name=""/>
        <dsp:cNvSpPr/>
      </dsp:nvSpPr>
      <dsp:spPr>
        <a:xfrm>
          <a:off x="761210" y="1033139"/>
          <a:ext cx="8417722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Segment conversations with speaker roles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1210" y="1033139"/>
        <a:ext cx="8417722" cy="516776"/>
      </dsp:txXfrm>
    </dsp:sp>
    <dsp:sp modelId="{63B9AAAA-EC38-49BE-9C2E-D86658C2B6F1}">
      <dsp:nvSpPr>
        <dsp:cNvPr id="0" name=""/>
        <dsp:cNvSpPr/>
      </dsp:nvSpPr>
      <dsp:spPr>
        <a:xfrm>
          <a:off x="438225" y="968542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A143C6-062B-46FD-8806-BFF88B107C65}">
      <dsp:nvSpPr>
        <dsp:cNvPr id="0" name=""/>
        <dsp:cNvSpPr/>
      </dsp:nvSpPr>
      <dsp:spPr>
        <a:xfrm>
          <a:off x="874864" y="1808055"/>
          <a:ext cx="8304068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Analyze sentiment and emotion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74864" y="1808055"/>
        <a:ext cx="8304068" cy="516776"/>
      </dsp:txXfrm>
    </dsp:sp>
    <dsp:sp modelId="{141BDD0A-D428-4076-9D70-6EAA20CAD3E6}">
      <dsp:nvSpPr>
        <dsp:cNvPr id="0" name=""/>
        <dsp:cNvSpPr/>
      </dsp:nvSpPr>
      <dsp:spPr>
        <a:xfrm>
          <a:off x="551879" y="1743458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9688E-29AF-4556-9E1C-06C8022D80DD}">
      <dsp:nvSpPr>
        <dsp:cNvPr id="0" name=""/>
        <dsp:cNvSpPr/>
      </dsp:nvSpPr>
      <dsp:spPr>
        <a:xfrm>
          <a:off x="761210" y="2582971"/>
          <a:ext cx="8417722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 keywords for topic navigation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1210" y="2582971"/>
        <a:ext cx="8417722" cy="516776"/>
      </dsp:txXfrm>
    </dsp:sp>
    <dsp:sp modelId="{41D1E9FA-687E-4DFE-B027-387D733F5957}">
      <dsp:nvSpPr>
        <dsp:cNvPr id="0" name=""/>
        <dsp:cNvSpPr/>
      </dsp:nvSpPr>
      <dsp:spPr>
        <a:xfrm>
          <a:off x="438225" y="2518374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91AC2-F8EA-4758-A37E-154B87CCD4BC}">
      <dsp:nvSpPr>
        <dsp:cNvPr id="0" name=""/>
        <dsp:cNvSpPr/>
      </dsp:nvSpPr>
      <dsp:spPr>
        <a:xfrm>
          <a:off x="390903" y="3357888"/>
          <a:ext cx="8788029" cy="516776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0191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Provide AI summaries and recruiter decisions</a:t>
          </a:r>
          <a:endParaRPr lang="en-US" sz="260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90903" y="3357888"/>
        <a:ext cx="8788029" cy="516776"/>
      </dsp:txXfrm>
    </dsp:sp>
    <dsp:sp modelId="{07DD323C-E6C2-4D92-9A1A-31EC4F7AA408}">
      <dsp:nvSpPr>
        <dsp:cNvPr id="0" name=""/>
        <dsp:cNvSpPr/>
      </dsp:nvSpPr>
      <dsp:spPr>
        <a:xfrm>
          <a:off x="67918" y="3293291"/>
          <a:ext cx="645970" cy="645970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61AF17-DD85-47F3-8A4F-3AEAC7362D8D}">
      <dsp:nvSpPr>
        <dsp:cNvPr id="0" name=""/>
        <dsp:cNvSpPr/>
      </dsp:nvSpPr>
      <dsp:spPr>
        <a:xfrm>
          <a:off x="-6199205" y="-949060"/>
          <a:ext cx="7384522" cy="7384522"/>
        </a:xfrm>
        <a:prstGeom prst="blockArc">
          <a:avLst>
            <a:gd name="adj1" fmla="val 18900000"/>
            <a:gd name="adj2" fmla="val 2700000"/>
            <a:gd name="adj3" fmla="val 293"/>
          </a:avLst>
        </a:pr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FD80C-B924-4B94-822F-25E616E76DA7}">
      <dsp:nvSpPr>
        <dsp:cNvPr id="0" name=""/>
        <dsp:cNvSpPr/>
      </dsp:nvSpPr>
      <dsp:spPr>
        <a:xfrm>
          <a:off x="384871" y="249411"/>
          <a:ext cx="9324771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Audio Input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Interview or meeting audio file is provided by the user</a:t>
          </a:r>
          <a:endParaRPr lang="en-IN" sz="1100" kern="1200" dirty="0"/>
        </a:p>
      </dsp:txBody>
      <dsp:txXfrm>
        <a:off x="384871" y="249411"/>
        <a:ext cx="9324771" cy="498604"/>
      </dsp:txXfrm>
    </dsp:sp>
    <dsp:sp modelId="{36B82C47-F398-4D42-BEA1-FAB6E4D7308B}">
      <dsp:nvSpPr>
        <dsp:cNvPr id="0" name=""/>
        <dsp:cNvSpPr/>
      </dsp:nvSpPr>
      <dsp:spPr>
        <a:xfrm>
          <a:off x="73243" y="187086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CC3300-59FB-48DB-9513-30F97C391CA1}">
      <dsp:nvSpPr>
        <dsp:cNvPr id="0" name=""/>
        <dsp:cNvSpPr/>
      </dsp:nvSpPr>
      <dsp:spPr>
        <a:xfrm>
          <a:off x="836401" y="997756"/>
          <a:ext cx="8873240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Preprocessing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Noise handling and audio standardization</a:t>
          </a:r>
          <a:endParaRPr lang="en-IN" sz="1100" kern="1200"/>
        </a:p>
      </dsp:txBody>
      <dsp:txXfrm>
        <a:off x="836401" y="997756"/>
        <a:ext cx="8873240" cy="498604"/>
      </dsp:txXfrm>
    </dsp:sp>
    <dsp:sp modelId="{F2C9B409-5E1A-475A-BEDA-F83A551D7098}">
      <dsp:nvSpPr>
        <dsp:cNvPr id="0" name=""/>
        <dsp:cNvSpPr/>
      </dsp:nvSpPr>
      <dsp:spPr>
        <a:xfrm>
          <a:off x="524774" y="935431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02ACFB-468B-4B15-9EA7-E80C9D8D9EB7}">
      <dsp:nvSpPr>
        <dsp:cNvPr id="0" name=""/>
        <dsp:cNvSpPr/>
      </dsp:nvSpPr>
      <dsp:spPr>
        <a:xfrm>
          <a:off x="1083838" y="1745553"/>
          <a:ext cx="8625804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ASR (Whisper)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Whisper converts audio into timestamped text</a:t>
          </a:r>
          <a:endParaRPr lang="en-IN" sz="1100" kern="1200"/>
        </a:p>
      </dsp:txBody>
      <dsp:txXfrm>
        <a:off x="1083838" y="1745553"/>
        <a:ext cx="8625804" cy="498604"/>
      </dsp:txXfrm>
    </dsp:sp>
    <dsp:sp modelId="{2CEDFC85-361D-45E5-999A-98CC3A4183EB}">
      <dsp:nvSpPr>
        <dsp:cNvPr id="0" name=""/>
        <dsp:cNvSpPr/>
      </dsp:nvSpPr>
      <dsp:spPr>
        <a:xfrm>
          <a:off x="772210" y="1683227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2C0B1BC-4972-44A2-83CC-C683C68938F7}">
      <dsp:nvSpPr>
        <dsp:cNvPr id="0" name=""/>
        <dsp:cNvSpPr/>
      </dsp:nvSpPr>
      <dsp:spPr>
        <a:xfrm>
          <a:off x="1162842" y="2493898"/>
          <a:ext cx="8546799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Segmentation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Conversation divided into logical speech segments</a:t>
          </a:r>
          <a:endParaRPr lang="en-IN" sz="1100" kern="1200"/>
        </a:p>
      </dsp:txBody>
      <dsp:txXfrm>
        <a:off x="1162842" y="2493898"/>
        <a:ext cx="8546799" cy="498604"/>
      </dsp:txXfrm>
    </dsp:sp>
    <dsp:sp modelId="{3B82C8D5-B364-45AA-804A-023C83C75364}">
      <dsp:nvSpPr>
        <dsp:cNvPr id="0" name=""/>
        <dsp:cNvSpPr/>
      </dsp:nvSpPr>
      <dsp:spPr>
        <a:xfrm>
          <a:off x="851215" y="2431572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1540ACB-A510-4E97-A5E1-1B0F6DF70702}">
      <dsp:nvSpPr>
        <dsp:cNvPr id="0" name=""/>
        <dsp:cNvSpPr/>
      </dsp:nvSpPr>
      <dsp:spPr>
        <a:xfrm>
          <a:off x="1083838" y="3242243"/>
          <a:ext cx="8625804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NLP Analysis:  Keywords | Sentiment | Emotion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 Keywords, sentiment, and emotion extracted</a:t>
          </a:r>
          <a:endParaRPr lang="en-IN" sz="1100" kern="1200"/>
        </a:p>
      </dsp:txBody>
      <dsp:txXfrm>
        <a:off x="1083838" y="3242243"/>
        <a:ext cx="8625804" cy="498604"/>
      </dsp:txXfrm>
    </dsp:sp>
    <dsp:sp modelId="{7F7BC143-8FD8-45FE-A369-33EB078D3226}">
      <dsp:nvSpPr>
        <dsp:cNvPr id="0" name=""/>
        <dsp:cNvSpPr/>
      </dsp:nvSpPr>
      <dsp:spPr>
        <a:xfrm>
          <a:off x="772210" y="3179918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42F77E-86CA-4486-8E13-FC8580EA36DF}">
      <dsp:nvSpPr>
        <dsp:cNvPr id="0" name=""/>
        <dsp:cNvSpPr/>
      </dsp:nvSpPr>
      <dsp:spPr>
        <a:xfrm>
          <a:off x="836401" y="3990039"/>
          <a:ext cx="8873240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Visualization: Dashboards &amp; Charts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Interactive charts and dashboards generated</a:t>
          </a:r>
          <a:endParaRPr lang="en-IN" sz="1100" kern="1200"/>
        </a:p>
      </dsp:txBody>
      <dsp:txXfrm>
        <a:off x="836401" y="3990039"/>
        <a:ext cx="8873240" cy="498604"/>
      </dsp:txXfrm>
    </dsp:sp>
    <dsp:sp modelId="{3EE580F8-C3F1-4279-B45E-F7237639CB35}">
      <dsp:nvSpPr>
        <dsp:cNvPr id="0" name=""/>
        <dsp:cNvSpPr/>
      </dsp:nvSpPr>
      <dsp:spPr>
        <a:xfrm>
          <a:off x="524774" y="3927714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F77F62C-04D2-4F35-B0D8-16A181A5909C}">
      <dsp:nvSpPr>
        <dsp:cNvPr id="0" name=""/>
        <dsp:cNvSpPr/>
      </dsp:nvSpPr>
      <dsp:spPr>
        <a:xfrm>
          <a:off x="384871" y="4738385"/>
          <a:ext cx="9324771" cy="498604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5767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Recruiter Decision: Hire / Hold / Reject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Automated recruiter recommendation (Hire / Hold / Reject)</a:t>
          </a:r>
          <a:endParaRPr lang="en-IN" sz="1100" kern="1200"/>
        </a:p>
      </dsp:txBody>
      <dsp:txXfrm>
        <a:off x="384871" y="4738385"/>
        <a:ext cx="9324771" cy="498604"/>
      </dsp:txXfrm>
    </dsp:sp>
    <dsp:sp modelId="{4F1C9EA0-6DD5-42ED-9416-786A0305F41A}">
      <dsp:nvSpPr>
        <dsp:cNvPr id="0" name=""/>
        <dsp:cNvSpPr/>
      </dsp:nvSpPr>
      <dsp:spPr>
        <a:xfrm>
          <a:off x="73243" y="4676059"/>
          <a:ext cx="623255" cy="623255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5848D-45B0-4743-AB8B-440E4348D8CB}">
      <dsp:nvSpPr>
        <dsp:cNvPr id="0" name=""/>
        <dsp:cNvSpPr/>
      </dsp:nvSpPr>
      <dsp:spPr>
        <a:xfrm>
          <a:off x="0" y="274739"/>
          <a:ext cx="5535560" cy="2154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74904" rIns="4296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Format standardization (WAV, sampling rate).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Noise handling and normalization.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Ensures consistent input quality for ASR models.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Improves transcription accuracy across varying audio conditions.</a:t>
          </a:r>
        </a:p>
      </dsp:txBody>
      <dsp:txXfrm>
        <a:off x="0" y="274739"/>
        <a:ext cx="5535560" cy="2154600"/>
      </dsp:txXfrm>
    </dsp:sp>
    <dsp:sp modelId="{66E0DC37-9334-4182-A1FD-590D2800FE67}">
      <dsp:nvSpPr>
        <dsp:cNvPr id="0" name=""/>
        <dsp:cNvSpPr/>
      </dsp:nvSpPr>
      <dsp:spPr>
        <a:xfrm>
          <a:off x="276778" y="9059"/>
          <a:ext cx="3874892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Audio Preprocessing</a:t>
          </a:r>
          <a:endParaRPr lang="en-IN" sz="1800" kern="1200" dirty="0"/>
        </a:p>
      </dsp:txBody>
      <dsp:txXfrm>
        <a:off x="302717" y="34998"/>
        <a:ext cx="3823014" cy="4794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92CE2-2E8C-4B67-A208-05AA524B3F39}">
      <dsp:nvSpPr>
        <dsp:cNvPr id="0" name=""/>
        <dsp:cNvSpPr/>
      </dsp:nvSpPr>
      <dsp:spPr>
        <a:xfrm>
          <a:off x="0" y="366538"/>
          <a:ext cx="5535561" cy="20349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54076" rIns="42962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700" b="1" kern="1200" dirty="0"/>
            <a:t>Model:</a:t>
          </a:r>
          <a:r>
            <a:rPr lang="en-IN" sz="1700" kern="1200" dirty="0"/>
            <a:t> OpenAI Whisper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700" kern="1200" dirty="0"/>
            <a:t>Handles accents, conversational tone, and background noise.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700" kern="1200" dirty="0"/>
            <a:t>Produces timestamped transcripts.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700" kern="1200" dirty="0"/>
            <a:t>Suitable for HR interviews and professional meetings.</a:t>
          </a:r>
        </a:p>
      </dsp:txBody>
      <dsp:txXfrm>
        <a:off x="0" y="366538"/>
        <a:ext cx="5535561" cy="2034900"/>
      </dsp:txXfrm>
    </dsp:sp>
    <dsp:sp modelId="{481D0FC0-47AE-4128-BCD8-08967AEE433B}">
      <dsp:nvSpPr>
        <dsp:cNvPr id="0" name=""/>
        <dsp:cNvSpPr/>
      </dsp:nvSpPr>
      <dsp:spPr>
        <a:xfrm>
          <a:off x="276778" y="115618"/>
          <a:ext cx="3874892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Automatic Speech Recognition(ASR)</a:t>
          </a:r>
          <a:endParaRPr lang="en-IN" sz="1700" kern="1200" dirty="0"/>
        </a:p>
      </dsp:txBody>
      <dsp:txXfrm>
        <a:off x="301276" y="140116"/>
        <a:ext cx="3825896" cy="45284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64526-6893-4AF4-9A60-D749406AC1C7}">
      <dsp:nvSpPr>
        <dsp:cNvPr id="0" name=""/>
        <dsp:cNvSpPr/>
      </dsp:nvSpPr>
      <dsp:spPr>
        <a:xfrm>
          <a:off x="0" y="272332"/>
          <a:ext cx="5535560" cy="27783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9621" tIns="374904" rIns="429621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Divides transcripts into coherent conversational segments.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 dirty="0"/>
            <a:t>Uses sentence structure, timestamps, and semantic cues.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/>
            <a:t>Enables: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/>
            <a:t>Navigation by topic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800" kern="1200" dirty="0"/>
            <a:t>Speaker-wise analysis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800" kern="1200"/>
            <a:t>Focused review of key responses</a:t>
          </a:r>
        </a:p>
      </dsp:txBody>
      <dsp:txXfrm>
        <a:off x="0" y="272332"/>
        <a:ext cx="5535560" cy="2778300"/>
      </dsp:txXfrm>
    </dsp:sp>
    <dsp:sp modelId="{D90AD5C4-C357-4113-A00E-A312F3616D0F}">
      <dsp:nvSpPr>
        <dsp:cNvPr id="0" name=""/>
        <dsp:cNvSpPr/>
      </dsp:nvSpPr>
      <dsp:spPr>
        <a:xfrm>
          <a:off x="276778" y="6652"/>
          <a:ext cx="3874892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462" tIns="0" rIns="146462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Topic Segmentation</a:t>
          </a:r>
          <a:endParaRPr lang="en-IN" sz="1800" kern="1200" dirty="0"/>
        </a:p>
      </dsp:txBody>
      <dsp:txXfrm>
        <a:off x="302717" y="32591"/>
        <a:ext cx="3823014" cy="4794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5B157-85FD-418F-8321-96E0566655FF}">
      <dsp:nvSpPr>
        <dsp:cNvPr id="0" name=""/>
        <dsp:cNvSpPr/>
      </dsp:nvSpPr>
      <dsp:spPr>
        <a:xfrm>
          <a:off x="0" y="311038"/>
          <a:ext cx="5368413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A65BF-8006-4F95-9B6C-1283DC3C92D8}">
      <dsp:nvSpPr>
        <dsp:cNvPr id="0" name=""/>
        <dsp:cNvSpPr/>
      </dsp:nvSpPr>
      <dsp:spPr>
        <a:xfrm>
          <a:off x="147486" y="0"/>
          <a:ext cx="4834187" cy="47037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Summarization Approaches</a:t>
          </a:r>
          <a:endParaRPr lang="en-IN" sz="1400" b="1" kern="1200" dirty="0"/>
        </a:p>
      </dsp:txBody>
      <dsp:txXfrm>
        <a:off x="170448" y="22962"/>
        <a:ext cx="4788263" cy="424446"/>
      </dsp:txXfrm>
    </dsp:sp>
    <dsp:sp modelId="{7AB55724-1D5F-44EE-8EB8-0DAD491ED91F}">
      <dsp:nvSpPr>
        <dsp:cNvPr id="0" name=""/>
        <dsp:cNvSpPr/>
      </dsp:nvSpPr>
      <dsp:spPr>
        <a:xfrm>
          <a:off x="0" y="878944"/>
          <a:ext cx="5368413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649" tIns="249936" rIns="41664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 dirty="0"/>
            <a:t>Preserves original wording.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Reliable and simple.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200" kern="1200" dirty="0"/>
            <a:t>Ideal for HR quick scans and factual review.</a:t>
          </a:r>
        </a:p>
      </dsp:txBody>
      <dsp:txXfrm>
        <a:off x="0" y="878944"/>
        <a:ext cx="5368413" cy="907200"/>
      </dsp:txXfrm>
    </dsp:sp>
    <dsp:sp modelId="{A3258777-5450-4836-A189-C011B17381BD}">
      <dsp:nvSpPr>
        <dsp:cNvPr id="0" name=""/>
        <dsp:cNvSpPr/>
      </dsp:nvSpPr>
      <dsp:spPr>
        <a:xfrm>
          <a:off x="268420" y="688070"/>
          <a:ext cx="3757889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Extractive Summarization</a:t>
          </a:r>
          <a:endParaRPr lang="en-IN" sz="1200" kern="1200" dirty="0"/>
        </a:p>
      </dsp:txBody>
      <dsp:txXfrm>
        <a:off x="285713" y="705363"/>
        <a:ext cx="3723303" cy="319654"/>
      </dsp:txXfrm>
    </dsp:sp>
    <dsp:sp modelId="{0DCEA81B-5403-4650-9720-0220D46397EE}">
      <dsp:nvSpPr>
        <dsp:cNvPr id="0" name=""/>
        <dsp:cNvSpPr/>
      </dsp:nvSpPr>
      <dsp:spPr>
        <a:xfrm>
          <a:off x="0" y="2014310"/>
          <a:ext cx="5368413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6649" tIns="249936" rIns="416649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200" kern="1200" dirty="0"/>
            <a:t>Preserves original wording.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 dirty="0"/>
            <a:t>Reliable and simple.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200" kern="1200" dirty="0"/>
            <a:t>Ideal for HR quick scans and factual review.</a:t>
          </a:r>
        </a:p>
      </dsp:txBody>
      <dsp:txXfrm>
        <a:off x="0" y="2014310"/>
        <a:ext cx="5368413" cy="907200"/>
      </dsp:txXfrm>
    </dsp:sp>
    <dsp:sp modelId="{74C890FC-C37A-4F83-894E-7F708536DB82}">
      <dsp:nvSpPr>
        <dsp:cNvPr id="0" name=""/>
        <dsp:cNvSpPr/>
      </dsp:nvSpPr>
      <dsp:spPr>
        <a:xfrm>
          <a:off x="268420" y="1837190"/>
          <a:ext cx="3757889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039" tIns="0" rIns="14203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Abstractive Summarization</a:t>
          </a:r>
          <a:endParaRPr lang="en-IN" sz="1200" kern="1200" dirty="0"/>
        </a:p>
      </dsp:txBody>
      <dsp:txXfrm>
        <a:off x="285713" y="1854483"/>
        <a:ext cx="3723303" cy="3196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398899-4A42-4185-AEEB-602AD9BD9B06}">
      <dsp:nvSpPr>
        <dsp:cNvPr id="0" name=""/>
        <dsp:cNvSpPr/>
      </dsp:nvSpPr>
      <dsp:spPr>
        <a:xfrm>
          <a:off x="0" y="391573"/>
          <a:ext cx="4063869" cy="2504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401" tIns="312420" rIns="3154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Identify core topics for fast candidate search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500" kern="1200" dirty="0"/>
            <a:t>TF-IDF with n-grams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500" kern="1200" dirty="0" err="1"/>
            <a:t>Stopword</a:t>
          </a:r>
          <a:r>
            <a:rPr lang="en-IN" sz="1500" kern="1200" dirty="0"/>
            <a:t> and low-information filtering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Highlights HR and professional terms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Enables keyword-based navigation and filtering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Supports aggregated insights across candidates</a:t>
          </a:r>
        </a:p>
      </dsp:txBody>
      <dsp:txXfrm>
        <a:off x="0" y="391573"/>
        <a:ext cx="4063869" cy="2504250"/>
      </dsp:txXfrm>
    </dsp:sp>
    <dsp:sp modelId="{5A83C3B9-1F03-4B9E-8F4A-53B90B71B0DD}">
      <dsp:nvSpPr>
        <dsp:cNvPr id="0" name=""/>
        <dsp:cNvSpPr/>
      </dsp:nvSpPr>
      <dsp:spPr>
        <a:xfrm>
          <a:off x="203193" y="187152"/>
          <a:ext cx="284470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523" tIns="0" rIns="10752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Goal:</a:t>
          </a:r>
          <a:r>
            <a:rPr lang="en-US" sz="1500" kern="1200" dirty="0"/>
            <a:t> </a:t>
          </a:r>
          <a:endParaRPr lang="en-IN" sz="1500" kern="1200" dirty="0"/>
        </a:p>
      </dsp:txBody>
      <dsp:txXfrm>
        <a:off x="224809" y="208768"/>
        <a:ext cx="2801476" cy="399568"/>
      </dsp:txXfrm>
    </dsp:sp>
    <dsp:sp modelId="{10A333CE-DA5D-484F-AAD8-4CC06C082943}">
      <dsp:nvSpPr>
        <dsp:cNvPr id="0" name=""/>
        <dsp:cNvSpPr/>
      </dsp:nvSpPr>
      <dsp:spPr>
        <a:xfrm>
          <a:off x="0" y="3189792"/>
          <a:ext cx="4063869" cy="13466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5401" tIns="312420" rIns="31540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Quickly locate skills and experience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Filter candidates by role-specific phrases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Surface repeated themes for calibration</a:t>
          </a:r>
        </a:p>
      </dsp:txBody>
      <dsp:txXfrm>
        <a:off x="0" y="3189792"/>
        <a:ext cx="4063869" cy="1346625"/>
      </dsp:txXfrm>
    </dsp:sp>
    <dsp:sp modelId="{74A02D75-E93B-4FC2-8522-761837915BFF}">
      <dsp:nvSpPr>
        <dsp:cNvPr id="0" name=""/>
        <dsp:cNvSpPr/>
      </dsp:nvSpPr>
      <dsp:spPr>
        <a:xfrm>
          <a:off x="203193" y="2993803"/>
          <a:ext cx="2844708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523" tIns="0" rIns="10752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Benefits:</a:t>
          </a:r>
          <a:endParaRPr lang="en-IN" sz="1500" kern="1200" dirty="0"/>
        </a:p>
      </dsp:txBody>
      <dsp:txXfrm>
        <a:off x="224809" y="3015419"/>
        <a:ext cx="2801476" cy="3995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4535B-643E-445A-96EE-E0AEAB3F79FD}">
      <dsp:nvSpPr>
        <dsp:cNvPr id="0" name=""/>
        <dsp:cNvSpPr/>
      </dsp:nvSpPr>
      <dsp:spPr>
        <a:xfrm>
          <a:off x="0" y="459247"/>
          <a:ext cx="5250426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17724-D132-4317-A23D-08E71209A999}">
      <dsp:nvSpPr>
        <dsp:cNvPr id="0" name=""/>
        <dsp:cNvSpPr/>
      </dsp:nvSpPr>
      <dsp:spPr>
        <a:xfrm>
          <a:off x="262521" y="282127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US" sz="1200" kern="1200" dirty="0"/>
            <a:t>Tracks positive, neutral, and negative sentiment.</a:t>
          </a:r>
          <a:endParaRPr lang="en-IN" sz="1200" kern="1200" dirty="0"/>
        </a:p>
      </dsp:txBody>
      <dsp:txXfrm>
        <a:off x="279814" y="299420"/>
        <a:ext cx="3640712" cy="319654"/>
      </dsp:txXfrm>
    </dsp:sp>
    <dsp:sp modelId="{64B0922E-EDF4-427D-95E2-D3DCBCC1604E}">
      <dsp:nvSpPr>
        <dsp:cNvPr id="0" name=""/>
        <dsp:cNvSpPr/>
      </dsp:nvSpPr>
      <dsp:spPr>
        <a:xfrm>
          <a:off x="0" y="1003567"/>
          <a:ext cx="5250426" cy="302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92FDA4-63F9-49C5-B304-64CD2026BBFF}">
      <dsp:nvSpPr>
        <dsp:cNvPr id="0" name=""/>
        <dsp:cNvSpPr/>
      </dsp:nvSpPr>
      <dsp:spPr>
        <a:xfrm>
          <a:off x="262521" y="826447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US" sz="1200" kern="1200" dirty="0"/>
            <a:t>Segment-wise polarity analysis using VADER.</a:t>
          </a:r>
        </a:p>
      </dsp:txBody>
      <dsp:txXfrm>
        <a:off x="279814" y="843740"/>
        <a:ext cx="3640712" cy="319654"/>
      </dsp:txXfrm>
    </dsp:sp>
    <dsp:sp modelId="{382C3DEB-4B9D-4095-94B1-0F70A68AA088}">
      <dsp:nvSpPr>
        <dsp:cNvPr id="0" name=""/>
        <dsp:cNvSpPr/>
      </dsp:nvSpPr>
      <dsp:spPr>
        <a:xfrm>
          <a:off x="0" y="1547887"/>
          <a:ext cx="5250426" cy="9072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7491" tIns="249936" rIns="407491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Candidate confidence or hesitation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Interviewer neutrality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IN" sz="1200" kern="1200"/>
            <a:t>Emotional trends over time</a:t>
          </a:r>
        </a:p>
      </dsp:txBody>
      <dsp:txXfrm>
        <a:off x="0" y="1547887"/>
        <a:ext cx="5250426" cy="907200"/>
      </dsp:txXfrm>
    </dsp:sp>
    <dsp:sp modelId="{B0985A41-4F39-43E6-87D8-4D66CAED3B5E}">
      <dsp:nvSpPr>
        <dsp:cNvPr id="0" name=""/>
        <dsp:cNvSpPr/>
      </dsp:nvSpPr>
      <dsp:spPr>
        <a:xfrm>
          <a:off x="262521" y="1370766"/>
          <a:ext cx="3675298" cy="3542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18" tIns="0" rIns="138918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90204" pitchFamily="34" charset="0"/>
            <a:buNone/>
          </a:pPr>
          <a:r>
            <a:rPr lang="en-IN" sz="1200" kern="1200"/>
            <a:t>Identifies:</a:t>
          </a:r>
        </a:p>
      </dsp:txBody>
      <dsp:txXfrm>
        <a:off x="279814" y="1388059"/>
        <a:ext cx="3640712" cy="3196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87550-88D3-4EAF-B63E-AFA707C7AA89}">
      <dsp:nvSpPr>
        <dsp:cNvPr id="0" name=""/>
        <dsp:cNvSpPr/>
      </dsp:nvSpPr>
      <dsp:spPr>
        <a:xfrm>
          <a:off x="0" y="350976"/>
          <a:ext cx="5761704" cy="18427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7172" tIns="312420" rIns="44717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b="1" kern="1200" dirty="0"/>
            <a:t>Word Error Rate (WER):</a:t>
          </a:r>
          <a:r>
            <a:rPr lang="en-US" sz="1500" kern="1200" dirty="0"/>
            <a:t> substitutions, deletions, insertions</a:t>
          </a:r>
          <a:endParaRPr lang="en-IN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b="1" kern="1200" dirty="0"/>
            <a:t>Accuracy:</a:t>
          </a:r>
          <a:r>
            <a:rPr lang="en-US" sz="1500" kern="1200" dirty="0"/>
            <a:t> percentage of correctly transcribed words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Track improvements across models and preprocessing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Flag low-confidence segments for human review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90204" pitchFamily="34" charset="0"/>
            <a:buChar char="•"/>
          </a:pPr>
          <a:r>
            <a:rPr lang="en-US" sz="1500" kern="1200" dirty="0"/>
            <a:t>Set HR quality thresholds for </a:t>
          </a:r>
          <a:r>
            <a:rPr lang="en-US" sz="1500" kern="1200"/>
            <a:t>automated decisions</a:t>
          </a:r>
          <a:endParaRPr lang="en-US" sz="1500" kern="1200" dirty="0"/>
        </a:p>
      </dsp:txBody>
      <dsp:txXfrm>
        <a:off x="0" y="350976"/>
        <a:ext cx="5761704" cy="1842750"/>
      </dsp:txXfrm>
    </dsp:sp>
    <dsp:sp modelId="{9D0E8C24-5850-4EDB-9673-56494296F778}">
      <dsp:nvSpPr>
        <dsp:cNvPr id="0" name=""/>
        <dsp:cNvSpPr/>
      </dsp:nvSpPr>
      <dsp:spPr>
        <a:xfrm>
          <a:off x="288085" y="129576"/>
          <a:ext cx="4033192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45" tIns="0" rIns="15244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 dirty="0"/>
            <a:t>Measuring ASR Performance</a:t>
          </a:r>
          <a:endParaRPr lang="en-IN" sz="1500" kern="1200" dirty="0"/>
        </a:p>
      </dsp:txBody>
      <dsp:txXfrm>
        <a:off x="309701" y="151192"/>
        <a:ext cx="3989960" cy="39956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0" y="2338"/>
          <a:ext cx="2411481" cy="241148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79556" y="102451"/>
          <a:ext cx="434066" cy="43406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96589" y="102451"/>
          <a:ext cx="2321787" cy="43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4130" rIns="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Visualization &amp; UI</a:t>
          </a:r>
          <a:endParaRPr lang="en-IN" sz="1900" kern="1200" dirty="0"/>
        </a:p>
      </dsp:txBody>
      <dsp:txXfrm>
        <a:off x="796589" y="102451"/>
        <a:ext cx="2321787" cy="434066"/>
      </dsp:txXfrm>
    </dsp:sp>
    <dsp:sp modelId="{E6475750-DCC0-414B-B7F4-4AAB058AE46F}">
      <dsp:nvSpPr>
        <dsp:cNvPr id="0" name=""/>
        <dsp:cNvSpPr/>
      </dsp:nvSpPr>
      <dsp:spPr>
        <a:xfrm>
          <a:off x="796589" y="536518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Visualization &amp; Interface</a:t>
          </a:r>
          <a:endParaRPr lang="en-IN" sz="1500" kern="1200" dirty="0"/>
        </a:p>
      </dsp:txBody>
      <dsp:txXfrm>
        <a:off x="796589" y="536518"/>
        <a:ext cx="2321787" cy="259172"/>
      </dsp:txXfrm>
    </dsp:sp>
    <dsp:sp modelId="{303058E6-9BC5-4535-A9DF-A4B5232745E1}">
      <dsp:nvSpPr>
        <dsp:cNvPr id="0" name=""/>
        <dsp:cNvSpPr/>
      </dsp:nvSpPr>
      <dsp:spPr>
        <a:xfrm>
          <a:off x="796589" y="795690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8CE39DA-1364-4401-B688-4982DF2A4D66}">
      <dsp:nvSpPr>
        <dsp:cNvPr id="0" name=""/>
        <dsp:cNvSpPr/>
      </dsp:nvSpPr>
      <dsp:spPr>
        <a:xfrm>
          <a:off x="796589" y="874037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Streamlit</a:t>
          </a:r>
          <a:endParaRPr lang="en-IN" sz="1500" kern="1200" dirty="0"/>
        </a:p>
      </dsp:txBody>
      <dsp:txXfrm>
        <a:off x="796589" y="874037"/>
        <a:ext cx="2321787" cy="259172"/>
      </dsp:txXfrm>
    </dsp:sp>
    <dsp:sp modelId="{8F8BE203-009A-48C8-9302-EA957A34ED9D}">
      <dsp:nvSpPr>
        <dsp:cNvPr id="0" name=""/>
        <dsp:cNvSpPr/>
      </dsp:nvSpPr>
      <dsp:spPr>
        <a:xfrm>
          <a:off x="796589" y="1133209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3486414-05E1-457B-AB4A-C957E485C073}">
      <dsp:nvSpPr>
        <dsp:cNvPr id="0" name=""/>
        <dsp:cNvSpPr/>
      </dsp:nvSpPr>
      <dsp:spPr>
        <a:xfrm>
          <a:off x="796589" y="1211556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Plotly</a:t>
          </a:r>
          <a:endParaRPr lang="en-IN" sz="1500" kern="1200" dirty="0"/>
        </a:p>
      </dsp:txBody>
      <dsp:txXfrm>
        <a:off x="796589" y="1211556"/>
        <a:ext cx="2321787" cy="259172"/>
      </dsp:txXfrm>
    </dsp:sp>
    <dsp:sp modelId="{5CB1A45E-97FA-40CA-B60C-A0B9F20079D3}">
      <dsp:nvSpPr>
        <dsp:cNvPr id="0" name=""/>
        <dsp:cNvSpPr/>
      </dsp:nvSpPr>
      <dsp:spPr>
        <a:xfrm>
          <a:off x="796589" y="1470729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F9BA98AD-08EB-44CC-9E5F-169368DDCE61}">
      <dsp:nvSpPr>
        <dsp:cNvPr id="0" name=""/>
        <dsp:cNvSpPr/>
      </dsp:nvSpPr>
      <dsp:spPr>
        <a:xfrm>
          <a:off x="796589" y="1549075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Matplotlib</a:t>
          </a:r>
          <a:endParaRPr lang="en-IN" sz="1500" kern="1200" dirty="0"/>
        </a:p>
      </dsp:txBody>
      <dsp:txXfrm>
        <a:off x="796589" y="1549075"/>
        <a:ext cx="2321787" cy="259172"/>
      </dsp:txXfrm>
    </dsp:sp>
    <dsp:sp modelId="{42AB4575-4E0D-4C24-A17A-60C34D9E9645}">
      <dsp:nvSpPr>
        <dsp:cNvPr id="0" name=""/>
        <dsp:cNvSpPr/>
      </dsp:nvSpPr>
      <dsp:spPr>
        <a:xfrm>
          <a:off x="796589" y="1808248"/>
          <a:ext cx="78346" cy="78346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23A290BC-CDA6-4802-9D71-771DBD9551D8}">
      <dsp:nvSpPr>
        <dsp:cNvPr id="0" name=""/>
        <dsp:cNvSpPr/>
      </dsp:nvSpPr>
      <dsp:spPr>
        <a:xfrm>
          <a:off x="796589" y="1886594"/>
          <a:ext cx="2321787" cy="2591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9050" rIns="0" bIns="190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Keyword Cloud</a:t>
          </a:r>
        </a:p>
      </dsp:txBody>
      <dsp:txXfrm>
        <a:off x="796589" y="1886594"/>
        <a:ext cx="2321787" cy="25917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0" y="0"/>
          <a:ext cx="2357462" cy="2357462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55093" y="99960"/>
          <a:ext cx="424343" cy="424343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67265" y="99960"/>
          <a:ext cx="2269776" cy="424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</a:t>
          </a:r>
        </a:p>
      </dsp:txBody>
      <dsp:txXfrm>
        <a:off x="767265" y="99960"/>
        <a:ext cx="2269776" cy="424343"/>
      </dsp:txXfrm>
    </dsp:sp>
    <dsp:sp modelId="{B08FE023-1491-4DB5-B382-51B2ED0956A5}">
      <dsp:nvSpPr>
        <dsp:cNvPr id="0" name=""/>
        <dsp:cNvSpPr/>
      </dsp:nvSpPr>
      <dsp:spPr>
        <a:xfrm>
          <a:off x="767265" y="52430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Speech &amp; Audio Processing</a:t>
          </a:r>
        </a:p>
      </dsp:txBody>
      <dsp:txXfrm>
        <a:off x="767265" y="524304"/>
        <a:ext cx="2269776" cy="428919"/>
      </dsp:txXfrm>
    </dsp:sp>
    <dsp:sp modelId="{B0EED1DD-4A60-4802-A9BB-B3CD60A4F444}">
      <dsp:nvSpPr>
        <dsp:cNvPr id="0" name=""/>
        <dsp:cNvSpPr/>
      </dsp:nvSpPr>
      <dsp:spPr>
        <a:xfrm>
          <a:off x="767265" y="953223"/>
          <a:ext cx="153971" cy="15397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6475750-DCC0-414B-B7F4-4AAB058AE46F}">
      <dsp:nvSpPr>
        <dsp:cNvPr id="0" name=""/>
        <dsp:cNvSpPr/>
      </dsp:nvSpPr>
      <dsp:spPr>
        <a:xfrm>
          <a:off x="767265" y="110719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OpenAI Whisper</a:t>
          </a:r>
        </a:p>
      </dsp:txBody>
      <dsp:txXfrm>
        <a:off x="767265" y="1107194"/>
        <a:ext cx="2269776" cy="428919"/>
      </dsp:txXfrm>
    </dsp:sp>
    <dsp:sp modelId="{303058E6-9BC5-4535-A9DF-A4B5232745E1}">
      <dsp:nvSpPr>
        <dsp:cNvPr id="0" name=""/>
        <dsp:cNvSpPr/>
      </dsp:nvSpPr>
      <dsp:spPr>
        <a:xfrm>
          <a:off x="767265" y="1536113"/>
          <a:ext cx="153971" cy="153971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0C2A40C-9FE5-4CA4-85EA-CD0554BFB0B3}">
      <dsp:nvSpPr>
        <dsp:cNvPr id="0" name=""/>
        <dsp:cNvSpPr/>
      </dsp:nvSpPr>
      <dsp:spPr>
        <a:xfrm>
          <a:off x="767265" y="1690084"/>
          <a:ext cx="2269776" cy="428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PyDub</a:t>
          </a:r>
          <a:endParaRPr lang="en-IN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67265" y="1690084"/>
        <a:ext cx="2269776" cy="4289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1478644" y="882"/>
          <a:ext cx="2412937" cy="2412937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768093" y="101784"/>
          <a:ext cx="434328" cy="434328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985258" y="101784"/>
          <a:ext cx="2323189" cy="4343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NLP &amp; AI</a:t>
          </a:r>
          <a:endParaRPr lang="en-IN" sz="1800" kern="1200" dirty="0"/>
        </a:p>
      </dsp:txBody>
      <dsp:txXfrm>
        <a:off x="985258" y="101784"/>
        <a:ext cx="2323189" cy="434328"/>
      </dsp:txXfrm>
    </dsp:sp>
    <dsp:sp modelId="{E6475750-DCC0-414B-B7F4-4AAB058AE46F}">
      <dsp:nvSpPr>
        <dsp:cNvPr id="0" name=""/>
        <dsp:cNvSpPr/>
      </dsp:nvSpPr>
      <dsp:spPr>
        <a:xfrm>
          <a:off x="985258" y="536113"/>
          <a:ext cx="2323189" cy="45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Natural Language Processing</a:t>
          </a:r>
        </a:p>
      </dsp:txBody>
      <dsp:txXfrm>
        <a:off x="985258" y="536113"/>
        <a:ext cx="2323189" cy="452649"/>
      </dsp:txXfrm>
    </dsp:sp>
    <dsp:sp modelId="{303058E6-9BC5-4535-A9DF-A4B5232745E1}">
      <dsp:nvSpPr>
        <dsp:cNvPr id="0" name=""/>
        <dsp:cNvSpPr/>
      </dsp:nvSpPr>
      <dsp:spPr>
        <a:xfrm>
          <a:off x="985258" y="988762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A0C2A40C-9FE5-4CA4-85EA-CD0554BFB0B3}">
      <dsp:nvSpPr>
        <dsp:cNvPr id="0" name=""/>
        <dsp:cNvSpPr/>
      </dsp:nvSpPr>
      <dsp:spPr>
        <a:xfrm>
          <a:off x="985258" y="1063043"/>
          <a:ext cx="2323189" cy="24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NLTK</a:t>
          </a:r>
          <a:endParaRPr lang="en-IN" sz="1400" kern="1200" dirty="0"/>
        </a:p>
      </dsp:txBody>
      <dsp:txXfrm>
        <a:off x="985258" y="1063043"/>
        <a:ext cx="2323189" cy="245723"/>
      </dsp:txXfrm>
    </dsp:sp>
    <dsp:sp modelId="{2BA10FC6-D901-45DD-8530-DA85A932B020}">
      <dsp:nvSpPr>
        <dsp:cNvPr id="0" name=""/>
        <dsp:cNvSpPr/>
      </dsp:nvSpPr>
      <dsp:spPr>
        <a:xfrm>
          <a:off x="985258" y="1308767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419B6DF6-FF38-4AF1-9F1E-AE7900608ED6}">
      <dsp:nvSpPr>
        <dsp:cNvPr id="0" name=""/>
        <dsp:cNvSpPr/>
      </dsp:nvSpPr>
      <dsp:spPr>
        <a:xfrm>
          <a:off x="985258" y="1383048"/>
          <a:ext cx="2323189" cy="24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TF-IDF (Scikit-learn)</a:t>
          </a:r>
        </a:p>
      </dsp:txBody>
      <dsp:txXfrm>
        <a:off x="985258" y="1383048"/>
        <a:ext cx="2323189" cy="245723"/>
      </dsp:txXfrm>
    </dsp:sp>
    <dsp:sp modelId="{095604D9-4DC0-4BB9-AB2C-37B523B5F733}">
      <dsp:nvSpPr>
        <dsp:cNvPr id="0" name=""/>
        <dsp:cNvSpPr/>
      </dsp:nvSpPr>
      <dsp:spPr>
        <a:xfrm>
          <a:off x="985258" y="1628772"/>
          <a:ext cx="74280" cy="7428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C48540B-687D-4EE6-B405-66DE2918AD32}">
      <dsp:nvSpPr>
        <dsp:cNvPr id="0" name=""/>
        <dsp:cNvSpPr/>
      </dsp:nvSpPr>
      <dsp:spPr>
        <a:xfrm>
          <a:off x="985258" y="1703053"/>
          <a:ext cx="2323189" cy="45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Sentiment &amp; Emotion Analysis</a:t>
          </a:r>
        </a:p>
      </dsp:txBody>
      <dsp:txXfrm>
        <a:off x="985258" y="1703053"/>
        <a:ext cx="2323189" cy="4526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50C10-465E-4CF9-AAA8-D11DC8DFD489}">
      <dsp:nvSpPr>
        <dsp:cNvPr id="0" name=""/>
        <dsp:cNvSpPr/>
      </dsp:nvSpPr>
      <dsp:spPr>
        <a:xfrm>
          <a:off x="457752" y="980"/>
          <a:ext cx="2483628" cy="2483628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83169C-8E06-466B-BDE7-B578957F4C65}">
      <dsp:nvSpPr>
        <dsp:cNvPr id="0" name=""/>
        <dsp:cNvSpPr/>
      </dsp:nvSpPr>
      <dsp:spPr>
        <a:xfrm>
          <a:off x="575239" y="105293"/>
          <a:ext cx="447053" cy="447053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130BC554-E458-44DC-A9F7-1FE149062413}">
      <dsp:nvSpPr>
        <dsp:cNvPr id="0" name=""/>
        <dsp:cNvSpPr/>
      </dsp:nvSpPr>
      <dsp:spPr>
        <a:xfrm>
          <a:off x="798766" y="105293"/>
          <a:ext cx="2391250" cy="4470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860" rIns="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 </a:t>
          </a:r>
          <a:r>
            <a:rPr lang="en-IN" sz="1800" b="1" kern="1200" dirty="0"/>
            <a:t>Backend &amp; Evaluation</a:t>
          </a:r>
          <a:endParaRPr lang="en-IN" sz="1800" kern="1200" dirty="0"/>
        </a:p>
      </dsp:txBody>
      <dsp:txXfrm>
        <a:off x="798766" y="105293"/>
        <a:ext cx="2391250" cy="447053"/>
      </dsp:txXfrm>
    </dsp:sp>
    <dsp:sp modelId="{E6475750-DCC0-414B-B7F4-4AAB058AE46F}">
      <dsp:nvSpPr>
        <dsp:cNvPr id="0" name=""/>
        <dsp:cNvSpPr/>
      </dsp:nvSpPr>
      <dsp:spPr>
        <a:xfrm>
          <a:off x="798766" y="552346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Backend &amp; DevOps</a:t>
          </a:r>
          <a:endParaRPr lang="en-IN" sz="1400" kern="1200" dirty="0"/>
        </a:p>
      </dsp:txBody>
      <dsp:txXfrm>
        <a:off x="798766" y="552346"/>
        <a:ext cx="2391250" cy="233415"/>
      </dsp:txXfrm>
    </dsp:sp>
    <dsp:sp modelId="{303058E6-9BC5-4535-A9DF-A4B5232745E1}">
      <dsp:nvSpPr>
        <dsp:cNvPr id="0" name=""/>
        <dsp:cNvSpPr/>
      </dsp:nvSpPr>
      <dsp:spPr>
        <a:xfrm>
          <a:off x="798766" y="785761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028A941-634E-400D-B695-9C24CBF4FBD4}">
      <dsp:nvSpPr>
        <dsp:cNvPr id="0" name=""/>
        <dsp:cNvSpPr/>
      </dsp:nvSpPr>
      <dsp:spPr>
        <a:xfrm>
          <a:off x="798766" y="856321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Python 3</a:t>
          </a:r>
          <a:endParaRPr lang="en-IN" sz="1400" kern="1200" dirty="0"/>
        </a:p>
      </dsp:txBody>
      <dsp:txXfrm>
        <a:off x="798766" y="856321"/>
        <a:ext cx="2391250" cy="233415"/>
      </dsp:txXfrm>
    </dsp:sp>
    <dsp:sp modelId="{5FE9DE54-2C44-4C73-918D-124BC0FFA17A}">
      <dsp:nvSpPr>
        <dsp:cNvPr id="0" name=""/>
        <dsp:cNvSpPr/>
      </dsp:nvSpPr>
      <dsp:spPr>
        <a:xfrm>
          <a:off x="798766" y="1089736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EE1C30E-F43C-4B7C-9BD3-DC146C1B6FE7}">
      <dsp:nvSpPr>
        <dsp:cNvPr id="0" name=""/>
        <dsp:cNvSpPr/>
      </dsp:nvSpPr>
      <dsp:spPr>
        <a:xfrm>
          <a:off x="798766" y="1160296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jiwer (WER, Accuracy)</a:t>
          </a:r>
        </a:p>
      </dsp:txBody>
      <dsp:txXfrm>
        <a:off x="798766" y="1160296"/>
        <a:ext cx="2391250" cy="233415"/>
      </dsp:txXfrm>
    </dsp:sp>
    <dsp:sp modelId="{7A955E40-2E10-4C1B-8313-6611A2352CB3}">
      <dsp:nvSpPr>
        <dsp:cNvPr id="0" name=""/>
        <dsp:cNvSpPr/>
      </dsp:nvSpPr>
      <dsp:spPr>
        <a:xfrm>
          <a:off x="798766" y="1393711"/>
          <a:ext cx="70560" cy="70560"/>
        </a:xfrm>
        <a:prstGeom prst="ellipse">
          <a:avLst/>
        </a:prstGeom>
        <a:gradFill rotWithShape="0">
          <a:gsLst>
            <a:gs pos="0">
              <a:schemeClr val="dk2">
                <a:alpha val="50000"/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alpha val="5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dk2">
                <a:alpha val="50000"/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dk2">
                <a:alpha val="50000"/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B1A1B5-8412-4125-B208-7695F43EBEBA}">
      <dsp:nvSpPr>
        <dsp:cNvPr id="0" name=""/>
        <dsp:cNvSpPr/>
      </dsp:nvSpPr>
      <dsp:spPr>
        <a:xfrm>
          <a:off x="798766" y="1464271"/>
          <a:ext cx="2391250" cy="2334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780" rIns="0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Git &amp; GitHub</a:t>
          </a:r>
        </a:p>
      </dsp:txBody>
      <dsp:txXfrm>
        <a:off x="798766" y="1464271"/>
        <a:ext cx="2391250" cy="23341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95EF6-9BB9-459A-B2A6-CAE32A0DAED0}">
      <dsp:nvSpPr>
        <dsp:cNvPr id="0" name=""/>
        <dsp:cNvSpPr/>
      </dsp:nvSpPr>
      <dsp:spPr>
        <a:xfrm>
          <a:off x="2902536" y="961317"/>
          <a:ext cx="4548601" cy="53512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C442C-6A65-4834-B37D-C721CA968E02}">
      <dsp:nvSpPr>
        <dsp:cNvPr id="0" name=""/>
        <dsp:cNvSpPr/>
      </dsp:nvSpPr>
      <dsp:spPr>
        <a:xfrm>
          <a:off x="2902536" y="1162290"/>
          <a:ext cx="334156" cy="33415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CF60C-F55C-4849-A3A1-C52F325946C3}">
      <dsp:nvSpPr>
        <dsp:cNvPr id="0" name=""/>
        <dsp:cNvSpPr/>
      </dsp:nvSpPr>
      <dsp:spPr>
        <a:xfrm>
          <a:off x="2902536" y="0"/>
          <a:ext cx="4548601" cy="9613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5" tIns="44450" rIns="66675" bIns="444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u="sng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Repository &amp; Execution</a:t>
          </a:r>
          <a:endParaRPr lang="en-IN" sz="35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02536" y="0"/>
        <a:ext cx="4548601" cy="961317"/>
      </dsp:txXfrm>
    </dsp:sp>
    <dsp:sp modelId="{D6E6D125-B547-4DDB-BA73-3FA2D4517562}">
      <dsp:nvSpPr>
        <dsp:cNvPr id="0" name=""/>
        <dsp:cNvSpPr/>
      </dsp:nvSpPr>
      <dsp:spPr>
        <a:xfrm>
          <a:off x="2902536" y="1941199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7FB6F8-D1DC-4BCD-81D5-7138586108A9}">
      <dsp:nvSpPr>
        <dsp:cNvPr id="0" name=""/>
        <dsp:cNvSpPr/>
      </dsp:nvSpPr>
      <dsp:spPr>
        <a:xfrm>
          <a:off x="3220939" y="1718823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 dirty="0"/>
            <a:t>GitHub:</a:t>
          </a:r>
          <a:br>
            <a:rPr lang="en-IN" sz="1300" kern="1200" dirty="0"/>
          </a:br>
          <a:r>
            <a:rPr lang="en-IN" sz="1300" kern="1200" dirty="0"/>
            <a:t>springboardmentor13579x-proj / Automated-Podcast-Transcription-and-Topic-Segmentation</a:t>
          </a:r>
        </a:p>
      </dsp:txBody>
      <dsp:txXfrm>
        <a:off x="3220939" y="1718823"/>
        <a:ext cx="4230198" cy="778900"/>
      </dsp:txXfrm>
    </dsp:sp>
    <dsp:sp modelId="{22C70FD8-1997-441A-8F68-64E8D70CB413}">
      <dsp:nvSpPr>
        <dsp:cNvPr id="0" name=""/>
        <dsp:cNvSpPr/>
      </dsp:nvSpPr>
      <dsp:spPr>
        <a:xfrm>
          <a:off x="2902536" y="2720100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36DCC9-61E5-4E46-8CCF-77FAF0F14EAE}">
      <dsp:nvSpPr>
        <dsp:cNvPr id="0" name=""/>
        <dsp:cNvSpPr/>
      </dsp:nvSpPr>
      <dsp:spPr>
        <a:xfrm>
          <a:off x="3220939" y="2497724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Run Backend:</a:t>
          </a:r>
          <a:br>
            <a:rPr lang="en-US" sz="1300" kern="1200"/>
          </a:br>
          <a:r>
            <a:rPr lang="en-US" sz="1300" kern="1200"/>
            <a:t>python -m src.main</a:t>
          </a:r>
        </a:p>
      </dsp:txBody>
      <dsp:txXfrm>
        <a:off x="3220939" y="2497724"/>
        <a:ext cx="4230198" cy="778900"/>
      </dsp:txXfrm>
    </dsp:sp>
    <dsp:sp modelId="{63798A76-ECB9-4B71-9FCC-B20CAF2C8656}">
      <dsp:nvSpPr>
        <dsp:cNvPr id="0" name=""/>
        <dsp:cNvSpPr/>
      </dsp:nvSpPr>
      <dsp:spPr>
        <a:xfrm>
          <a:off x="2902536" y="3499001"/>
          <a:ext cx="334148" cy="334148"/>
        </a:xfrm>
        <a:prstGeom prst="rect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21559-3C97-4DDE-8BCB-DF2C3FAFD494}">
      <dsp:nvSpPr>
        <dsp:cNvPr id="0" name=""/>
        <dsp:cNvSpPr/>
      </dsp:nvSpPr>
      <dsp:spPr>
        <a:xfrm>
          <a:off x="3220939" y="3276624"/>
          <a:ext cx="4230198" cy="77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Launch UI:</a:t>
          </a:r>
          <a:br>
            <a:rPr lang="en-US" sz="1300" kern="1200"/>
          </a:br>
          <a:r>
            <a:rPr lang="en-US" sz="1300" kern="1200"/>
            <a:t>streamlit run src/ui_app.py</a:t>
          </a:r>
        </a:p>
      </dsp:txBody>
      <dsp:txXfrm>
        <a:off x="3220939" y="3276624"/>
        <a:ext cx="4230198" cy="778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ircleList">
  <dgm:title val=""/>
  <dgm:desc val=""/>
  <dgm:catLst>
    <dgm:cat type="list" pri="23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</dgm:varLst>
    <dgm:alg type="lin">
      <dgm:param type="linDir" val="fromT"/>
      <dgm:param type="fallback" val="2D"/>
    </dgm:alg>
    <dgm:shape xmlns:r="http://schemas.openxmlformats.org/officeDocument/2006/relationships" r:blip="">
      <dgm:adjLst/>
    </dgm:shape>
    <dgm:presOf/>
    <dgm:constrLst>
      <dgm:constr type="w" for="ch" forName="withChildren" refType="w"/>
      <dgm:constr type="h" for="ch" forName="withChildren" refType="w" fact="0.909"/>
      <dgm:constr type="w" for="ch" forName="noChildren" refType="w"/>
      <dgm:constr type="h" for="ch" forName="noChildren" refType="w" fact="0.164"/>
      <dgm:constr type="w" for="ch" forName="overlap" val="1"/>
      <dgm:constr type="h" for="ch" forName="overlap" refType="w" refFor="ch" refForName="withChildren" fact="-0.089"/>
      <dgm:constr type="primFontSz" for="des" forName="txLvl1" op="equ" val="65"/>
      <dgm:constr type="primFontSz" for="des" forName="txLvlOnly1" refType="primFontSz" refFor="des" refForName="txLvl1" op="equ"/>
      <dgm:constr type="primFontSz" for="des" forName="txLvl2" refType="primFontSz" refFor="des" refForName="txLvl1" op="equ" fact="0.78"/>
      <dgm:constr type="primFontSz" for="des" forName="txLvl3" refType="primFontSz" refFor="des" refForName="txLvl1" op="equ" fact="0.78"/>
      <dgm:constr type="userF" for="des" forName="lin" refType="primFontSz" refFor="des" refForName="txLvl2" op="equ"/>
    </dgm:constrLst>
    <dgm:forEach name="Name1" axis="ch" ptType="node">
      <dgm:choose name="Name2">
        <dgm:if name="Name3" axis="ch" ptType="node" func="cnt" op="gte" val="1">
          <dgm:layoutNode name="withChildren">
            <dgm:alg type="composite"/>
            <dgm:choose name="Name4">
              <dgm:if name="Name5" func="var" arg="dir" op="equ" val="norm">
                <dgm:constrLst>
                  <dgm:constr type="l" for="ch" forName="bigCircle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l" for="ch" forName="medCircle" refType="w" fact="0.043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 refType="ctrX" refFor="ch" refForName="medCircle"/>
                  <dgm:constr type="r" for="ch" forName="txLvl1" refType="w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 refType="ctrX" refFor="ch" refForName="medCircle"/>
                  <dgm:constr type="r" for="ch" forName="lin" refType="w"/>
                  <dgm:constr type="t" for="ch" forName="lin" refType="h" fact="0.222"/>
                  <dgm:constr type="h" for="ch" forName="lin" refType="h" fact="0.68"/>
                </dgm:constrLst>
              </dgm:if>
              <dgm:else name="Name6">
                <dgm:constrLst>
                  <dgm:constr type="r" for="ch" forName="bigCircle" refType="w"/>
                  <dgm:constr type="w" for="ch" forName="bigCircle" refType="h" refFor="ch" refForName="bigCircle"/>
                  <dgm:constr type="t" for="ch" forName="bigCircle"/>
                  <dgm:constr type="h" for="ch" forName="bigCircle" refType="h"/>
                  <dgm:constr type="r" for="ch" forName="medCircle" refType="w" fact="0.957"/>
                  <dgm:constr type="w" for="ch" forName="medCircle" refType="h" refFor="ch" refForName="medCircle"/>
                  <dgm:constr type="t" for="ch" forName="medCircle" refType="h" fact="0.042"/>
                  <dgm:constr type="h" for="ch" forName="medCircle" refType="h" fact="0.18"/>
                  <dgm:constr type="l" for="ch" forName="txLvl1"/>
                  <dgm:constr type="r" for="ch" forName="txLvl1" refType="ctrX" refFor="ch" refForName="medCircle"/>
                  <dgm:constr type="h" for="ch" forName="txLvl1" refType="h" refFor="ch" refForName="medCircle"/>
                  <dgm:constr type="t" for="ch" forName="txLvl1" refType="t" refFor="ch" refForName="medCircle"/>
                  <dgm:constr type="l" for="ch" forName="lin"/>
                  <dgm:constr type="r" for="ch" forName="lin" refType="ctrX" refFor="ch" refForName="medCircle"/>
                  <dgm:constr type="t" for="ch" forName="lin" refType="h" fact="0.222"/>
                  <dgm:constr type="h" for="ch" forName="lin" refType="h" fact="0.68"/>
                </dgm:constrLst>
              </dgm:else>
            </dgm:choose>
            <dgm:layoutNode name="big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medCircle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1" styleLbl="revTx">
              <dgm:choose name="Name7">
                <dgm:if name="Name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lin">
              <dgm:choose name="Name10">
                <dgm:if name="Name11" func="var" arg="dir" op="equ" val="norm">
                  <dgm:alg type="lin">
                    <dgm:param type="linDir" val="fromT"/>
                    <dgm:param type="vertAlign" val="t"/>
                    <dgm:param type="nodeHorzAlign" val="l"/>
                  </dgm:alg>
                </dgm:if>
                <dgm:else name="Name12">
                  <dgm:alg type="lin">
                    <dgm:param type="linDir" val="fromT"/>
                    <dgm:param type="vertAlign" val="t"/>
                    <dgm:param type="nodeHorzAlign" val="r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>
                <dgm:constr type="userF"/>
                <dgm:constr type="primFontSz" for="ch" forName="txLvl2" refType="userF"/>
                <dgm:constr type="w" for="ch" forName="txLvl2" refType="w"/>
                <dgm:constr type="h" for="ch" forName="txLvl2" refType="primFontSz" refFor="ch" refForName="txLvl2" fact="0.39"/>
                <dgm:constr type="w" for="ch" forName="txLvl3" refType="w"/>
                <dgm:constr type="h" for="ch" forName="txLvl3" refType="primFontSz" refFor="ch" refForName="txLvl2" fact="0.39"/>
                <dgm:constr type="h" for="ch" forName="smCircle" refType="primFontSz" refFor="ch" refForName="txLvl2" fact="0.14"/>
                <dgm:constr type="h" for="ch" forName="indentDot1" refType="primFontSz" refFor="ch" refForName="txLvl2" fact="0.14"/>
                <dgm:constr type="h" for="ch" forName="indentDot2" refType="primFontSz" refFor="ch" refForName="txLvl2" fact="0.14"/>
                <dgm:constr type="h" for="ch" forName="indentDot3" refType="primFontSz" refFor="ch" refForName="txLvl2" fact="0.14"/>
                <dgm:constr type="w" for="ch" forName="indentDot1" refType="w"/>
                <dgm:constr type="w" for="ch" forName="indentDot2" refType="w"/>
                <dgm:constr type="w" for="ch" forName="indentDot3" refType="w"/>
                <dgm:constr type="userI" for="ch" forName="txLvl3" refType="primFontSz" refFor="ch" refForName="txLvl2" fact="0.14"/>
                <dgm:constr type="userI" for="ch" forName="indentDot1" refType="primFontSz" refFor="ch" refForName="txLvl2" fact="0.14"/>
                <dgm:constr type="userI" for="ch" forName="indentDot2" refType="primFontSz" refFor="ch" refForName="txLvl2" fact="0.14"/>
                <dgm:constr type="userI" for="ch" forName="indentDot3" refType="primFontSz" refFor="ch" refForName="txLvl2" fact="0.14"/>
              </dgm:constrLst>
              <dgm:ruleLst>
                <dgm:rule type="primFontSz" for="ch" forName="txLvl2" val="5" fact="NaN" max="NaN"/>
              </dgm:ruleLst>
              <dgm:forEach name="Name13" axis="ch" ptType="node">
                <dgm:layoutNode name="txLvl2" styleLbl="revTx">
                  <dgm:choose name="Name14">
                    <dgm:if name="Name15" func="var" arg="dir" op="equ" val="norm">
                      <dgm:alg type="tx">
                        <dgm:param type="parTxLTRAlign" val="l"/>
                        <dgm:param type="parTxRTLAlign" val="l"/>
                      </dgm:alg>
                    </dgm:if>
                    <dgm:else name="Name16">
                      <dgm:alg type="tx">
                        <dgm:param type="parTxLTRAlign" val="r"/>
                        <dgm:param type="parTxRTLAlign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self" ptType="node"/>
                  <dgm:constrLst>
                    <dgm:constr type="lMarg"/>
                    <dgm:constr type="rMarg"/>
                    <dgm:constr type="tMarg" refType="primFontSz" fact="0.1"/>
                    <dgm:constr type="bMarg" refType="primFontSz" fact="0.1"/>
                  </dgm:constrLst>
                  <dgm:ruleLst>
                    <dgm:rule type="h" val="INF" fact="NaN" max="NaN"/>
                  </dgm:ruleLst>
                </dgm:layoutNode>
                <dgm:forEach name="Name17" axis="ch" ptType="node" cnt="1">
                  <dgm:layoutNode name="indentDot1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hoose name="Name18">
                      <dgm:if name="Name19" func="var" arg="dir" op="equ" val="norm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l" for="ch" forName="smCircle1" refType="r" refFor="ch" refForName="gap1"/>
                        </dgm:constrLst>
                      </dgm:if>
                      <dgm:else name="Name20">
                        <dgm:constrLst>
                          <dgm:constr type="userI"/>
                          <dgm:constr type="w" for="ch" forName="gap1" refType="userI" fact="3"/>
                          <dgm:constr type="w" for="ch" forName="smCircle1" refType="h"/>
                          <dgm:constr type="r" for="ch" forName="smCircle1" refType="l" refFor="ch" refForName="gap1"/>
                        </dgm:constrLst>
                      </dgm:else>
                    </dgm:choose>
                    <dgm:layoutNode name="gap1">
                      <dgm:alg type="sp"/>
                      <dgm:shape xmlns:r="http://schemas.openxmlformats.org/officeDocument/2006/relationships" type="rect" r:blip="" hideGeom="1">
                        <dgm:adjLst/>
                      </dgm:shape>
                      <dgm:presOf/>
                    </dgm:layoutNode>
                    <dgm:layoutNode name="smCircle1" styleLbl="vennNode1">
                      <dgm:alg type="sp"/>
                      <dgm:shape xmlns:r="http://schemas.openxmlformats.org/officeDocument/2006/relationships" type="ellipse" r:blip="">
                        <dgm:adjLst/>
                      </dgm:shape>
                      <dgm:presOf/>
                      <dgm:constrLst>
                        <dgm:constr type="w" refType="h"/>
                      </dgm:constrLst>
                    </dgm:layoutNode>
                  </dgm:layoutNode>
                </dgm:forEach>
                <dgm:forEach name="Name21" axis="ch" ptType="node">
                  <dgm:layoutNode name="txLvl3" styleLbl="revTx">
                    <dgm:varLst>
                      <dgm:bulletEnabled val="1"/>
                    </dgm:varLst>
                    <dgm:choose name="Name22">
                      <dgm:if name="Name23" func="var" arg="dir" op="equ" val="norm">
                        <dgm:alg type="tx">
                          <dgm:param type="parTxLTRAlign" val="l"/>
                          <dgm:param type="parTxRTLAlign" val="l"/>
                          <dgm:param type="shpTxLTRAlignCh" val="l"/>
                          <dgm:param type="shpTxRTLAlignCh" val="l"/>
                        </dgm:alg>
                      </dgm:if>
                      <dgm:else name="Name24">
                        <dgm:alg type="tx">
                          <dgm:param type="parTxLTRAlign" val="r"/>
                          <dgm:param type="parTxRTLAlign" val="r"/>
                          <dgm:param type="shpTxLTRAlignCh" val="r"/>
                          <dgm:param type="shpTxRTLAlignCh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"/>
                    <dgm:choose name="Name25">
                      <dgm:if name="Name26" func="var" arg="dir" op="equ" val="norm">
                        <dgm:constrLst>
                          <dgm:constr type="userI"/>
                          <dgm:constr type="lMarg" refType="userI" fact="8.504"/>
                          <dgm:constr type="rMarg"/>
                          <dgm:constr type="tMarg" refType="primFontSz" fact="0.1"/>
                          <dgm:constr type="bMarg" refType="primFontSz" fact="0.1"/>
                        </dgm:constrLst>
                      </dgm:if>
                      <dgm:else name="Name27">
                        <dgm:constrLst>
                          <dgm:constr type="userI"/>
                          <dgm:constr type="lMarg"/>
                          <dgm:constr type="rMarg" refType="userI" fact="8.504"/>
                          <dgm:constr type="tMarg" refType="primFontSz" fact="0.1"/>
                          <dgm:constr type="bMarg" refType="primFontSz" fact="0.1"/>
                        </dgm:constrLst>
                      </dgm:else>
                    </dgm:choose>
                    <dgm:ruleLst>
                      <dgm:rule type="h" val="INF" fact="NaN" max="NaN"/>
                    </dgm:ruleLst>
                  </dgm:layoutNode>
                  <dgm:forEach name="Name28" axis="followSib" ptType="sibTrans" cnt="1">
                    <dgm:layoutNode name="indentDot2">
                      <dgm:alg type="composite"/>
                      <dgm:shape xmlns:r="http://schemas.openxmlformats.org/officeDocument/2006/relationships" r:blip="">
                        <dgm:adjLst/>
                      </dgm:shape>
                      <dgm:presOf/>
                      <dgm:choose name="Name29">
                        <dgm:if name="Name30" func="var" arg="dir" op="equ" val="norm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l" for="ch" forName="smCircle2" refType="r" refFor="ch" refForName="gap2"/>
                          </dgm:constrLst>
                        </dgm:if>
                        <dgm:else name="Name31">
                          <dgm:constrLst>
                            <dgm:constr type="userI"/>
                            <dgm:constr type="w" for="ch" forName="gap2" refType="userI" fact="3"/>
                            <dgm:constr type="w" for="ch" forName="smCircle2" refType="h"/>
                            <dgm:constr type="r" for="ch" forName="smCircle2" refType="l" refFor="ch" refForName="gap2"/>
                          </dgm:constrLst>
                        </dgm:else>
                      </dgm:choose>
                      <dgm:layoutNode name="gap2">
                        <dgm:alg type="sp"/>
                        <dgm:shape xmlns:r="http://schemas.openxmlformats.org/officeDocument/2006/relationships" type="rect" r:blip="" hideGeom="1">
                          <dgm:adjLst/>
                        </dgm:shape>
                        <dgm:presOf/>
                      </dgm:layoutNode>
                      <dgm:layoutNode name="smCircle2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layoutNode>
                  </dgm:forEach>
                </dgm:forEach>
                <dgm:choose name="Name32">
                  <dgm:if name="Name33" axis="ch" ptType="node" func="cnt" op="gte" val="1">
                    <dgm:forEach name="Name34" axis="followSib" ptType="sibTrans" cnt="1">
                      <dgm:layoutNode name="indentDot3">
                        <dgm:alg type="composite"/>
                        <dgm:shape xmlns:r="http://schemas.openxmlformats.org/officeDocument/2006/relationships" r:blip="">
                          <dgm:adjLst/>
                        </dgm:shape>
                        <dgm:presOf/>
                        <dgm:choose name="Name35">
                          <dgm:if name="Name36" func="var" arg="dir" op="equ" val="norm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l" for="ch" forName="smCircle3" refType="r" refFor="ch" refForName="gap3"/>
                            </dgm:constrLst>
                          </dgm:if>
                          <dgm:else name="Name37">
                            <dgm:constrLst>
                              <dgm:constr type="userI"/>
                              <dgm:constr type="w" for="ch" forName="gap3" refType="userI" fact="3"/>
                              <dgm:constr type="w" for="ch" forName="smCircle3" refType="h"/>
                              <dgm:constr type="r" for="ch" forName="smCircle3" refType="l" refFor="ch" refForName="gap3"/>
                            </dgm:constrLst>
                          </dgm:else>
                        </dgm:choose>
                        <dgm:layoutNode name="gap3">
                          <dgm:alg type="sp"/>
                          <dgm:shape xmlns:r="http://schemas.openxmlformats.org/officeDocument/2006/relationships" type="rect" r:blip="" hideGeom="1">
                            <dgm:adjLst/>
                          </dgm:shape>
                          <dgm:presOf/>
                        </dgm:layoutNode>
                        <dgm:layoutNode name="smCircle3" styleLbl="vennNode1">
                          <dgm:alg type="sp"/>
                          <dgm:shape xmlns:r="http://schemas.openxmlformats.org/officeDocument/2006/relationships" type="ellipse" r:blip="">
                            <dgm:adjLst/>
                          </dgm:shape>
                          <dgm:presOf/>
                          <dgm:constrLst>
                            <dgm:constr type="w" refType="h"/>
                          </dgm:constrLst>
                        </dgm:layoutNode>
                      </dgm:layoutNode>
                    </dgm:forEach>
                  </dgm:if>
                  <dgm:else name="Name38">
                    <dgm:forEach name="Name39" axis="followSib" ptType="sibTrans" cnt="1">
                      <dgm:layoutNode name="smCircle" styleLbl="vennNode1">
                        <dgm:alg type="sp"/>
                        <dgm:shape xmlns:r="http://schemas.openxmlformats.org/officeDocument/2006/relationships" type="ellipse" r:blip="">
                          <dgm:adjLst/>
                        </dgm:shape>
                        <dgm:presOf/>
                        <dgm:constrLst>
                          <dgm:constr type="w" refType="h"/>
                        </dgm:constrLst>
                      </dgm:layoutNode>
                    </dgm:forEach>
                  </dgm:else>
                </dgm:choose>
              </dgm:forEach>
            </dgm:layoutNode>
          </dgm:layoutNode>
          <dgm:choose name="Name40">
            <dgm:if name="Name41" axis="followSib ch" ptType="node node" cnt="1 0" func="cnt" op="gte" val="1">
              <dgm:layoutNode name="overlap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if>
            <dgm:else name="Name42"/>
          </dgm:choose>
        </dgm:if>
        <dgm:else name="Name43">
          <dgm:layoutNode name="noChildren">
            <dgm:alg type="composite"/>
            <dgm:choose name="Name44">
              <dgm:if name="Name45" func="var" arg="dir" op="equ" val="norm">
                <dgm:constrLst>
                  <dgm:constr type="l" for="ch" forName="gap"/>
                  <dgm:constr type="w" for="ch" forName="gap" refType="w" fact="0.043"/>
                  <dgm:constr type="h" for="ch" forName="gap" refType="h"/>
                  <dgm:constr type="t" for="ch" forName="gap"/>
                  <dgm:constr type="l" for="ch" forName="medCircle2" refType="r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 refType="ctrX" refFor="ch" refForName="medCircle2"/>
                  <dgm:constr type="r" for="ch" forName="txLvlOnly1" refType="w"/>
                  <dgm:constr type="h" for="ch" forName="txLvlOnly1" refType="h"/>
                  <dgm:constr type="t" for="ch" forName="txLvlOnly1"/>
                </dgm:constrLst>
              </dgm:if>
              <dgm:else name="Name46">
                <dgm:constrLst>
                  <dgm:constr type="r" for="ch" forName="gap" refType="w"/>
                  <dgm:constr type="w" for="ch" forName="gap" refType="w" fact="0.043"/>
                  <dgm:constr type="h" for="ch" forName="gap" refType="h"/>
                  <dgm:constr type="t" for="ch" forName="gap"/>
                  <dgm:constr type="r" for="ch" forName="medCircle2" refType="l" refFor="ch" refForName="gap"/>
                  <dgm:constr type="w" for="ch" forName="medCircle2" refType="h" refFor="ch" refForName="medCircle2"/>
                  <dgm:constr type="t" for="ch" forName="medCircle2"/>
                  <dgm:constr type="h" for="ch" forName="medCircle2" refType="h"/>
                  <dgm:constr type="l" for="ch" forName="txLvlOnly1"/>
                  <dgm:constr type="r" for="ch" forName="txLvlOnly1" refType="ctrX" refFor="ch" refForName="medCircle2"/>
                  <dgm:constr type="h" for="ch" forName="txLvlOnly1" refType="h"/>
                  <dgm:constr type="t" for="ch" forName="txLvlOnly1"/>
                </dgm:constrLst>
              </dgm:else>
            </dgm:choose>
            <dgm:layoutNode name="g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medCircle2" styleLbl="vennNode1">
              <dgm:alg type="sp"/>
              <dgm:shape xmlns:r="http://schemas.openxmlformats.org/officeDocument/2006/relationships" type="ellipse" r:blip="">
                <dgm:adjLst/>
              </dgm:shape>
              <dgm:presOf/>
              <dgm:constrLst>
                <dgm:constr type="w" refType="h"/>
              </dgm:constrLst>
            </dgm:layoutNode>
            <dgm:layoutNode name="txLvlOnly1" styleLbl="revTx">
              <dgm:choose name="Name47">
                <dgm:if name="Name48" func="var" arg="dir" op="equ" val="norm">
                  <dgm:alg type="tx">
                    <dgm:param type="parTxLTRAlign" val="l"/>
                    <dgm:param type="parTxRTLAlign" val="l"/>
                  </dgm:alg>
                </dgm:if>
                <dgm:else name="Name49">
                  <dgm:alg type="tx">
                    <dgm:param type="parTxLTRAlign" val="r"/>
                    <dgm:param type="parTxRTL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SquareAccentList">
  <dgm:title val=""/>
  <dgm:desc val=""/>
  <dgm:catLst>
    <dgm:cat type="list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0" destId="20" srcOrd="0" destOrd="0"/>
        <dgm:cxn modelId="6" srcId="20" destId="21" srcOrd="0" destOrd="0"/>
        <dgm:cxn modelId="7" srcId="20" destId="22" srcOrd="1" destOrd="0"/>
        <dgm:cxn modelId="8" srcId="20" destId="23" srcOrd="2" destOrd="0"/>
      </dgm:cxnLst>
      <dgm:bg/>
      <dgm:whole/>
    </dgm:dataModel>
  </dgm:clrData>
  <dgm:layoutNode name="layout">
    <dgm:varLst>
      <dgm:chMax/>
      <dgm:chPref/>
      <dgm:dir/>
      <dgm:resizeHandles/>
    </dgm:varLst>
    <dgm:choose name="Name0">
      <dgm:if name="Name1" func="var" arg="dir" op="equ" val="norm">
        <dgm:alg type="hierChild">
          <dgm:param type="linDir" val="fromL"/>
          <dgm:param type="vertAlign" val="t"/>
          <dgm:param type="nodeVertAlign" val="t"/>
          <dgm:param type="horzAlign" val="ctr"/>
          <dgm:param type="fallback" val="1D"/>
        </dgm:alg>
      </dgm:if>
      <dgm:else name="Name2">
        <dgm:alg type="hierChild">
          <dgm:param type="linDir" val="fromR"/>
          <dgm:param type="vertAlign" val="t"/>
          <dgm:param type="nodeVertAlign" val="t"/>
          <dgm:param type="horzAlign" val="ctr"/>
          <dgm:param type="fallback" val="1D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Parent" op="equ" val="65"/>
      <dgm:constr type="primFontSz" for="des" forName="Child" op="equ" val="65"/>
      <dgm:constr type="primFontSz" for="des" forName="Child" refType="primFontSz" refFor="des" refForName="Parent" op="lte"/>
      <dgm:constr type="w" for="des" forName="rootComposite" refType="h" refFor="des" refForName="rootComposite" fact="3.0396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 fact="0.5205"/>
      <dgm:constr type="sibSp" refType="w" refFor="des" refForName="rootComposite" fact="0.05"/>
      <dgm:constr type="sp" for="des" forName="root" refType="h" refFor="des" refForName="childComposite" fact="0.2855"/>
    </dgm:constrLst>
    <dgm:ruleLst/>
    <dgm:forEach name="Name3" axis="ch">
      <dgm:forEach name="Name4" axis="self" ptType="node" cnt="1">
        <dgm:layoutNode name="root">
          <dgm:varLst>
            <dgm:chMax/>
            <dgm:chPref/>
          </dgm:varLst>
          <dgm:alg type="hierRoot">
            <dgm:param type="hierAlign" val="tL"/>
          </dgm:alg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5">
              <dgm:if name="Name6" func="var" arg="dir" op="equ" val="norm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l" for="ch" forName="ParentSmallAccent" refType="w" fact="0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if>
              <dgm:else name="Name7">
                <dgm:constrLst>
                  <dgm:constr type="l" for="ch" forName="Parent" refType="w" fact="0"/>
                  <dgm:constr type="t" for="ch" forName="Parent" refType="h" fact="0"/>
                  <dgm:constr type="w" for="ch" forName="Parent" refType="w"/>
                  <dgm:constr type="h" for="ch" forName="Parent" refType="h" fact="0.6424"/>
                  <dgm:constr type="l" for="ch" forName="ParentAccent" refType="w" fact="0"/>
                  <dgm:constr type="b" for="ch" forName="ParentAccent" refType="h"/>
                  <dgm:constr type="w" for="ch" forName="ParentAccent" refType="w"/>
                  <dgm:constr type="h" for="ch" forName="ParentAccent" refType="h" fact="0.3576"/>
                  <dgm:constr type="r" for="ch" forName="ParentSmallAccent" refType="w"/>
                  <dgm:constr type="b" for="ch" forName="ParentSmallAccent" refType="h"/>
                  <dgm:constr type="w" for="ch" forName="ParentSmallAccent" refType="h" fact="0.2233"/>
                  <dgm:constr type="h" for="ch" forName="ParentSmallAccent" refType="h" fact="0.2233"/>
                </dgm:constrLst>
              </dgm:else>
            </dgm:choose>
            <dgm:ruleLst/>
            <dgm:layoutNode name="ParentAccent" styleLbl="alignNode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SmallAccent" styleLbl="fgAcc1">
              <dgm:alg type="sp"/>
              <dgm:shape xmlns:r="http://schemas.openxmlformats.org/officeDocument/2006/relationships" type="rect" r:blip="">
                <dgm:adjLst/>
              </dgm:shape>
              <dgm:presOf/>
            </dgm:layoutNode>
            <dgm:layoutNode name="Parent" styleLbl="revTx">
              <dgm:varLst>
                <dgm:chMax/>
                <dgm:chPref val="4"/>
                <dgm:bulletEnabled val="1"/>
              </dgm:varLst>
              <dgm:choose name="Name8">
                <dgm:if name="Name9" func="var" arg="dir" op="equ" val="norm">
                  <dgm:alg type="tx">
                    <dgm:param type="txAnchorVertCh" val="mid"/>
                    <dgm:param type="parTxLTRAlign" val="l"/>
                  </dgm:alg>
                </dgm:if>
                <dgm:else name="Name10">
                  <dgm:alg type="tx">
                    <dgm:param type="txAnchorVertCh" val="mid"/>
                    <dgm:param type="parTxLTRAlign" val="r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13">
                    <dgm:if name="Name14" func="var" arg="dir" op="equ" val="norm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l" for="ch" forName="ChildAccent" refType="w" fact="0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l" for="ch" forName="Child" refType="w" fact="0.07"/>
                        <dgm:constr type="t" for="ch" forName="Child" refType="h" fact="0"/>
                      </dgm:constrLst>
                    </dgm:if>
                    <dgm:else name="Name15">
                      <dgm:constrLst>
                        <dgm:constr type="w" for="ch" forName="ChildAccent" refType="h" fact="0.429"/>
                        <dgm:constr type="h" for="ch" forName="ChildAccent" refType="h" fact="0.429"/>
                        <dgm:constr type="r" for="ch" forName="ChildAccent" refType="w"/>
                        <dgm:constr type="t" for="ch" forName="ChildAccent" refType="h" fact="0.2855"/>
                        <dgm:constr type="w" for="ch" forName="Child" refType="w" fact="0.93"/>
                        <dgm:constr type="h" for="ch" forName="Child" refType="h"/>
                        <dgm:constr type="r" for="ch" forName="Child" refType="w" fact="0.93"/>
                        <dgm:constr type="t" for="ch" forName="Child" refType="h" fact="0"/>
                      </dgm:constrLst>
                    </dgm:else>
                  </dgm:choose>
                  <dgm:ruleLst/>
                  <dgm:layoutNode name="ChildAccent" styleLbl="solidFgAcc1">
                    <dgm:alg type="sp"/>
                    <dgm:shape xmlns:r="http://schemas.openxmlformats.org/officeDocument/2006/relationships" type="rect" r:blip="">
                      <dgm:adjLst/>
                    </dgm:shape>
                    <dgm:presOf/>
                  </dgm:layoutNode>
                  <dgm:layoutNode name="Child" styleLbl="revTx">
                    <dgm:varLst>
                      <dgm:chMax val="0"/>
                      <dgm:chPref val="0"/>
                      <dgm:bulletEnabled val="1"/>
                    </dgm:varLst>
                    <dgm:choose name="Name16">
                      <dgm:if name="Name17" func="var" arg="dir" op="equ" val="norm">
                        <dgm:alg type="tx">
                          <dgm:param type="txAnchorVertCh" val="mid"/>
                          <dgm:param type="parTxLTRAlign" val="l"/>
                        </dgm:alg>
                      </dgm:if>
                      <dgm:else name="Name18">
                        <dgm:alg type="tx">
                          <dgm:param type="txAnchorVertCh" val="mid"/>
                          <dgm:param type="parTxLTRAlign" val="r"/>
                        </dgm:alg>
                      </dgm:else>
                    </dgm:choose>
                    <dgm:shape xmlns:r="http://schemas.openxmlformats.org/officeDocument/2006/relationships" type="rect" r:blip="">
                      <dgm:adjLst/>
                    </dgm:shape>
                    <dgm:presOf axis="desOrSelf" ptType="node node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9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4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81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862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86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0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167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3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537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5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559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2919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135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757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61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58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55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09DB7B8-8FD5-4C44-A03A-F1BFFEA51FD1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D2889E2-D6EF-4F72-8FAD-25C95E4417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68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13" Type="http://schemas.openxmlformats.org/officeDocument/2006/relationships/diagramLayout" Target="../diagrams/layout11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12" Type="http://schemas.openxmlformats.org/officeDocument/2006/relationships/diagramData" Target="../diagrams/data11.xml"/><Relationship Id="rId2" Type="http://schemas.openxmlformats.org/officeDocument/2006/relationships/diagramData" Target="../diagrams/data9.xml"/><Relationship Id="rId16" Type="http://schemas.microsoft.com/office/2007/relationships/diagramDrawing" Target="../diagrams/drawing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5" Type="http://schemas.openxmlformats.org/officeDocument/2006/relationships/diagramColors" Target="../diagrams/colors1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Relationship Id="rId14" Type="http://schemas.openxmlformats.org/officeDocument/2006/relationships/diagramQuickStyle" Target="../diagrams/quickStyl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13" Type="http://schemas.openxmlformats.org/officeDocument/2006/relationships/diagramLayout" Target="../diagrams/layout14.xml"/><Relationship Id="rId18" Type="http://schemas.openxmlformats.org/officeDocument/2006/relationships/diagramLayout" Target="../diagrams/layout15.xml"/><Relationship Id="rId3" Type="http://schemas.openxmlformats.org/officeDocument/2006/relationships/diagramLayout" Target="../diagrams/layout12.xml"/><Relationship Id="rId21" Type="http://schemas.microsoft.com/office/2007/relationships/diagramDrawing" Target="../diagrams/drawing15.xml"/><Relationship Id="rId7" Type="http://schemas.openxmlformats.org/officeDocument/2006/relationships/diagramData" Target="../diagrams/data13.xml"/><Relationship Id="rId12" Type="http://schemas.openxmlformats.org/officeDocument/2006/relationships/diagramData" Target="../diagrams/data14.xml"/><Relationship Id="rId17" Type="http://schemas.openxmlformats.org/officeDocument/2006/relationships/diagramData" Target="../diagrams/data15.xml"/><Relationship Id="rId2" Type="http://schemas.openxmlformats.org/officeDocument/2006/relationships/diagramData" Target="../diagrams/data12.xml"/><Relationship Id="rId16" Type="http://schemas.microsoft.com/office/2007/relationships/diagramDrawing" Target="../diagrams/drawing14.xml"/><Relationship Id="rId20" Type="http://schemas.openxmlformats.org/officeDocument/2006/relationships/diagramColors" Target="../diagrams/colors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5" Type="http://schemas.openxmlformats.org/officeDocument/2006/relationships/diagramColors" Target="../diagrams/colors14.xml"/><Relationship Id="rId10" Type="http://schemas.openxmlformats.org/officeDocument/2006/relationships/diagramColors" Target="../diagrams/colors13.xml"/><Relationship Id="rId19" Type="http://schemas.openxmlformats.org/officeDocument/2006/relationships/diagramQuickStyle" Target="../diagrams/quickStyle15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Relationship Id="rId14" Type="http://schemas.openxmlformats.org/officeDocument/2006/relationships/diagramQuickStyle" Target="../diagrams/quickStyle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1629D-8A38-23D7-C61E-0D866BACB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726" y="513348"/>
            <a:ext cx="11020927" cy="2566736"/>
          </a:xfrm>
        </p:spPr>
        <p:txBody>
          <a:bodyPr>
            <a:normAutofit/>
          </a:bodyPr>
          <a:lstStyle/>
          <a:p>
            <a:r>
              <a:rPr lang="en-US" sz="6000" b="1" u="sng" dirty="0"/>
              <a:t>HR Interview &amp; Meeting Analyzer</a:t>
            </a:r>
            <a:br>
              <a:rPr lang="en-US" sz="4400" dirty="0"/>
            </a:br>
            <a:r>
              <a:rPr lang="en-US" sz="3200" dirty="0"/>
              <a:t>Enterprise-Grade AI Dashboard for Audio Intelligence</a:t>
            </a: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BF968-B382-FF5F-A504-9F768B1F9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799" y="4186989"/>
            <a:ext cx="8341895" cy="12673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Vanshika Kumawat</a:t>
            </a:r>
          </a:p>
          <a:p>
            <a:r>
              <a:rPr lang="en-US" dirty="0"/>
              <a:t>Infosys Virtual Internship Program (Batch 8)</a:t>
            </a:r>
          </a:p>
          <a:p>
            <a:r>
              <a:rPr lang="en-US" dirty="0"/>
              <a:t>January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84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C1534E-0B2C-2B07-798A-1A16DE21E2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202008"/>
              </p:ext>
            </p:extLst>
          </p:nvPr>
        </p:nvGraphicFramePr>
        <p:xfrm>
          <a:off x="717755" y="1122363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181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486F-10D4-12AF-E3C6-C9A78A46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600" b="1" u="sng" dirty="0"/>
              <a:t>Project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66854C-F763-2AA2-CF02-FC63B7E8A8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063276"/>
              </p:ext>
            </p:extLst>
          </p:nvPr>
        </p:nvGraphicFramePr>
        <p:xfrm>
          <a:off x="914400" y="1288027"/>
          <a:ext cx="10864645" cy="5378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1486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2C927-4328-0D7E-C609-B96289B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50" y="103499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b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6A15BC2-2FB4-C780-515A-A86627CF23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947071"/>
              </p:ext>
            </p:extLst>
          </p:nvPr>
        </p:nvGraphicFramePr>
        <p:xfrm>
          <a:off x="924792" y="2005445"/>
          <a:ext cx="9235208" cy="4132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6515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9E51-7E93-4946-D12F-72AAAA4D3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40" y="84557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Overview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D98B1E-0C4A-BC4D-9E63-60B9A88F6A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7727505"/>
              </p:ext>
            </p:extLst>
          </p:nvPr>
        </p:nvGraphicFramePr>
        <p:xfrm>
          <a:off x="1032598" y="1229032"/>
          <a:ext cx="9782886" cy="5486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220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93FAD6-ED07-9835-228D-60C10300F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14558"/>
              </p:ext>
            </p:extLst>
          </p:nvPr>
        </p:nvGraphicFramePr>
        <p:xfrm>
          <a:off x="186813" y="629267"/>
          <a:ext cx="5535560" cy="243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CF1D1D4-EB21-0701-DE03-D5D89683D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6147551"/>
              </p:ext>
            </p:extLst>
          </p:nvPr>
        </p:nvGraphicFramePr>
        <p:xfrm>
          <a:off x="6469626" y="589939"/>
          <a:ext cx="5535561" cy="2517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EDD916B2-7F50-1633-4F08-18CD897EA9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2411156"/>
              </p:ext>
            </p:extLst>
          </p:nvPr>
        </p:nvGraphicFramePr>
        <p:xfrm>
          <a:off x="255640" y="3481166"/>
          <a:ext cx="5535560" cy="3057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376DE90-0ED5-5CBD-9188-2AF47D3D66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7921018"/>
              </p:ext>
            </p:extLst>
          </p:nvPr>
        </p:nvGraphicFramePr>
        <p:xfrm>
          <a:off x="6553199" y="3589322"/>
          <a:ext cx="5368414" cy="2949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206304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9CFB-5292-1113-DA94-B48E8969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598" y="852816"/>
            <a:ext cx="3952875" cy="841145"/>
          </a:xfrm>
        </p:spPr>
        <p:txBody>
          <a:bodyPr>
            <a:normAutofit fontScale="90000"/>
          </a:bodyPr>
          <a:lstStyle/>
          <a:p>
            <a:pPr algn="l"/>
            <a:r>
              <a:rPr lang="en-IN" sz="27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Extraction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8B9153-28EE-DE34-E95F-0A349E688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957717"/>
              </p:ext>
            </p:extLst>
          </p:nvPr>
        </p:nvGraphicFramePr>
        <p:xfrm>
          <a:off x="774213" y="1386348"/>
          <a:ext cx="4063869" cy="4748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E85333-4EB0-52AD-88EC-6C1FD57704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2937484"/>
              </p:ext>
            </p:extLst>
          </p:nvPr>
        </p:nvGraphicFramePr>
        <p:xfrm>
          <a:off x="6213988" y="1273389"/>
          <a:ext cx="5250426" cy="2737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97739C-BBCE-1EF3-83E1-0460ECAB7BB5}"/>
              </a:ext>
            </a:extLst>
          </p:cNvPr>
          <p:cNvSpPr txBox="1"/>
          <p:nvPr/>
        </p:nvSpPr>
        <p:spPr>
          <a:xfrm>
            <a:off x="5742345" y="755094"/>
            <a:ext cx="5919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lang="en-IN" sz="24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 Emotion Timeline</a:t>
            </a:r>
            <a:endParaRPr lang="en-IN" sz="2400" u="sng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7006073-AABA-2E7F-1FAA-E9BB65FB16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0254902"/>
              </p:ext>
            </p:extLst>
          </p:nvPr>
        </p:nvGraphicFramePr>
        <p:xfrm>
          <a:off x="5869858" y="4424516"/>
          <a:ext cx="5761704" cy="2323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2844CC1-EAFB-908A-9DEF-6017543F9059}"/>
              </a:ext>
            </a:extLst>
          </p:cNvPr>
          <p:cNvSpPr txBox="1"/>
          <p:nvPr/>
        </p:nvSpPr>
        <p:spPr>
          <a:xfrm>
            <a:off x="5742345" y="3906221"/>
            <a:ext cx="4817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4034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415D-04E2-CA22-4391-C00575B6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86" y="472922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08AF995-F199-5359-DA16-287E1EC37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217110"/>
              </p:ext>
            </p:extLst>
          </p:nvPr>
        </p:nvGraphicFramePr>
        <p:xfrm>
          <a:off x="3519949" y="4369465"/>
          <a:ext cx="3583858" cy="241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8">
            <a:extLst>
              <a:ext uri="{FF2B5EF4-FFF2-40B4-BE49-F238E27FC236}">
                <a16:creationId xmlns:a16="http://schemas.microsoft.com/office/drawing/2014/main" id="{19CD0E59-7E75-C529-9FA5-1586A01F67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8436840"/>
              </p:ext>
            </p:extLst>
          </p:nvPr>
        </p:nvGraphicFramePr>
        <p:xfrm>
          <a:off x="1209369" y="2010107"/>
          <a:ext cx="3480617" cy="2359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Content Placeholder 8">
            <a:extLst>
              <a:ext uri="{FF2B5EF4-FFF2-40B4-BE49-F238E27FC236}">
                <a16:creationId xmlns:a16="http://schemas.microsoft.com/office/drawing/2014/main" id="{7CA99460-56D1-F886-1661-3F1EE115B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1475988"/>
              </p:ext>
            </p:extLst>
          </p:nvPr>
        </p:nvGraphicFramePr>
        <p:xfrm>
          <a:off x="5486402" y="1955645"/>
          <a:ext cx="3962398" cy="241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1FC20732-14A6-D91F-F0D0-FBD3D60BE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3998833"/>
              </p:ext>
            </p:extLst>
          </p:nvPr>
        </p:nvGraphicFramePr>
        <p:xfrm>
          <a:off x="8544231" y="4372410"/>
          <a:ext cx="3647769" cy="2485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BE03AAF-4D7E-2B9A-8365-77459A68B270}"/>
              </a:ext>
            </a:extLst>
          </p:cNvPr>
          <p:cNvSpPr txBox="1"/>
          <p:nvPr/>
        </p:nvSpPr>
        <p:spPr>
          <a:xfrm>
            <a:off x="698089" y="1039658"/>
            <a:ext cx="114939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technology stack ensures high transcription accuracy, advanced analytics, and scalable enterprise deployment.</a:t>
            </a:r>
          </a:p>
        </p:txBody>
      </p:sp>
    </p:spTree>
    <p:extLst>
      <p:ext uri="{BB962C8B-B14F-4D97-AF65-F5344CB8AC3E}">
        <p14:creationId xmlns:p14="http://schemas.microsoft.com/office/powerpoint/2010/main" val="785792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803856-60B3-FDFB-BA69-56ED0DD77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691" y="1487632"/>
            <a:ext cx="5757863" cy="4606290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D873E6-77D3-6E46-A0E7-0536B265B6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864108"/>
              </p:ext>
            </p:extLst>
          </p:nvPr>
        </p:nvGraphicFramePr>
        <p:xfrm>
          <a:off x="-2431474" y="485055"/>
          <a:ext cx="10353675" cy="4059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293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F4DE271-9A7E-CD03-FE87-95B96A0C7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26" y="1257300"/>
            <a:ext cx="12275126" cy="5600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7E17FE-FC6A-3750-EE80-97BE9BB70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14" y="290945"/>
            <a:ext cx="5424660" cy="1309255"/>
          </a:xfrm>
        </p:spPr>
        <p:txBody>
          <a:bodyPr>
            <a:normAutofit/>
          </a:bodyPr>
          <a:lstStyle/>
          <a:p>
            <a:pPr algn="l"/>
            <a:r>
              <a:rPr lang="en-IN" sz="3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(Dashboard)</a:t>
            </a:r>
          </a:p>
        </p:txBody>
      </p:sp>
    </p:spTree>
    <p:extLst>
      <p:ext uri="{BB962C8B-B14F-4D97-AF65-F5344CB8AC3E}">
        <p14:creationId xmlns:p14="http://schemas.microsoft.com/office/powerpoint/2010/main" val="297835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0C2C-E07D-F4A4-6F52-569731FAB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932" y="1423556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 Generation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DD8CD-AFCC-678B-D960-CF0740B89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96" y="2731164"/>
            <a:ext cx="3730941" cy="3981362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Whisper converts audio to text with timestamps</a:t>
            </a:r>
          </a:p>
          <a:p>
            <a:r>
              <a:rPr lang="en-US" sz="1600" dirty="0">
                <a:solidFill>
                  <a:schemeClr val="tx1"/>
                </a:solidFill>
              </a:rPr>
              <a:t>Full transcript shown for audit and review</a:t>
            </a:r>
          </a:p>
          <a:p>
            <a:r>
              <a:rPr lang="en-US" sz="1600" dirty="0">
                <a:solidFill>
                  <a:schemeClr val="tx1"/>
                </a:solidFill>
              </a:rPr>
              <a:t>Foundation for segmentation and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F638C-F38C-A6BD-1B2E-3CC28295B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137" y="2628900"/>
            <a:ext cx="7775862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47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8B12F-283E-6A2E-B8D1-D722370B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677" y="12954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&amp; Speaker Detection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83BE1-8630-466D-8902-E02F8E686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894" y="2576944"/>
            <a:ext cx="8017105" cy="428105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5201F-0D49-760F-6598-61340281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677" y="2576944"/>
            <a:ext cx="3481559" cy="3972160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segment includes: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Speaker (Interviewer / Candidate / Narrator)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Start–end timestamp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Text + audio playback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Narrator used only for intro &amp; outro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Ensures structured interview 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612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4D565-8053-4116-C7B6-E2C851580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97044"/>
            <a:ext cx="10353762" cy="87346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1: Sentiment Timeline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5BC01-2BFE-98F3-F247-80E171A23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556163"/>
            <a:ext cx="4821987" cy="3546764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Tracks emotional tone across segments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→ confidence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 → stress / hesitation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Detects response quality over time</a:t>
            </a:r>
          </a:p>
          <a:p>
            <a:pPr marL="369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0A633E-2582-7AFD-4DFE-1E3E94C35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" t="22552" r="3934" b="8289"/>
          <a:stretch>
            <a:fillRect/>
          </a:stretch>
        </p:blipFill>
        <p:spPr>
          <a:xfrm>
            <a:off x="6179127" y="2482239"/>
            <a:ext cx="5614555" cy="409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C2EA-9A9A-190A-2735-F29C1B89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50" y="12746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2: Polarity Heatmap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8D69C-CB3F-B7CD-826F-CAF18956A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8" t="21515" r="6846" b="7075"/>
          <a:stretch>
            <a:fillRect/>
          </a:stretch>
        </p:blipFill>
        <p:spPr>
          <a:xfrm>
            <a:off x="6002480" y="2670463"/>
            <a:ext cx="5915891" cy="38358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0AF55-EA76-8FE1-20FB-7C9FD37C7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750" y="2670463"/>
            <a:ext cx="4188141" cy="3650041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Color-coded sentiment per segment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 → confident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→ negative / hesitation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 → neutral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Instantly identifies weak response zones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306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65E2-359B-F564-D38F-A6D87762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804" y="1149927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3: Speaker Distribution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505D8-7270-1613-80AF-1FE8B7BE6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804" y="2618509"/>
            <a:ext cx="4323223" cy="349480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interviewer vs candidate participation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Detects conversational dominance</a:t>
            </a:r>
          </a:p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engagement imbalance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2BCDE-38BA-C5BD-FB6D-CAB56328F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07" t="21563" r="6835" b="14375"/>
          <a:stretch>
            <a:fillRect/>
          </a:stretch>
        </p:blipFill>
        <p:spPr>
          <a:xfrm>
            <a:off x="6096000" y="2521388"/>
            <a:ext cx="5615161" cy="369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37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ABBA-27A5-0A5C-CA7C-ED822F822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22" y="1482436"/>
            <a:ext cx="9393987" cy="990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4: Average Sentiment by Speaker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2EDE87-2B15-67FE-B902-7BC9D4AB6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1" t="21363" r="6250" b="17273"/>
          <a:stretch>
            <a:fillRect/>
          </a:stretch>
        </p:blipFill>
        <p:spPr>
          <a:xfrm>
            <a:off x="4023798" y="2836717"/>
            <a:ext cx="7530893" cy="370752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3B47F-A8D1-AE87-1798-F7AD6B3FB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982191"/>
            <a:ext cx="2723023" cy="3065317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emotional tone: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Interviewer (neutral, evaluative)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 (confidence, positivity)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83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C046-5B2A-3B40-13E7-890C88F0E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832" y="2140527"/>
            <a:ext cx="9227732" cy="218208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5: Emotion Classification</a:t>
            </a:r>
            <a:b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26DE-7A48-024D-0B94-221308E3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7" y="2878281"/>
            <a:ext cx="3574474" cy="3906983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Classifies segments into: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Neutral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Hesitation / Stress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Evaluates emotional stability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3DC04-7850-C4EC-2FE0-1B54D0FFE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7" t="22361" r="5416" b="18594"/>
          <a:stretch>
            <a:fillRect/>
          </a:stretch>
        </p:blipFill>
        <p:spPr>
          <a:xfrm>
            <a:off x="4863092" y="2805546"/>
            <a:ext cx="7017039" cy="37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3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F194-876F-BC64-D24D-17B1F3044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318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6: Engagement Radar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6ED7-1878-A44C-BA8F-47CF67DE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252354"/>
            <a:ext cx="3502341" cy="3605645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Multi-dimensional candidate assessment: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Confidence</a:t>
            </a:r>
          </a:p>
          <a:p>
            <a:pPr lvl="1"/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Impact: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Holistic performance score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C4C80-C427-581E-DB8B-76E9CA912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t="23046" r="14598" b="18051"/>
          <a:stretch>
            <a:fillRect/>
          </a:stretch>
        </p:blipFill>
        <p:spPr>
          <a:xfrm>
            <a:off x="5235289" y="3106881"/>
            <a:ext cx="63505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14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DBC9-E9B0-1523-6BF0-794B47D2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5774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Intelligence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BBB4-92D1-0895-C310-BECD06F56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627" y="2722417"/>
            <a:ext cx="3586937" cy="4135583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 extracts top topics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keyword → jump to matching audio segments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targeted recruiter review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A7E04A-EE9A-1D00-C8ED-A87CD0280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4" t="18867" r="3630" b="5766"/>
          <a:stretch>
            <a:fillRect/>
          </a:stretch>
        </p:blipFill>
        <p:spPr>
          <a:xfrm>
            <a:off x="4241564" y="2328195"/>
            <a:ext cx="7330099" cy="405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51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9ED7A-6378-4CE2-008B-4208A5F39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8" y="1461654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Keyword Cloud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CEA8-CB49-4892-C287-17A68132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3252355"/>
            <a:ext cx="4021887" cy="253884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importance of extracted terms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dominant interview themes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Keywords:</a:t>
            </a:r>
            <a:b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interview, round, candidates, company, </a:t>
            </a:r>
            <a:r>
              <a:rPr lang="en-U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ability, access, applicants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E9019-F6BD-5DBB-19CF-8322F1CC3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774" y="2887974"/>
            <a:ext cx="4713741" cy="290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41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992E4-FE8E-8ADC-D6AA-6B0D8685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388918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 Metrics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ED7F19-35CE-75EB-1FB3-81A897B3F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" t="9333" r="4034" b="9333"/>
          <a:stretch>
            <a:fillRect/>
          </a:stretch>
        </p:blipFill>
        <p:spPr>
          <a:xfrm>
            <a:off x="4317703" y="2566555"/>
            <a:ext cx="7787708" cy="399184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8B1C1-4298-BC22-6391-899F3C12A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2899064"/>
            <a:ext cx="3252960" cy="3345872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Sentiment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Positive / Negative percentage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Overall Emotional Tone</a:t>
            </a:r>
          </a:p>
          <a:p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Purpose: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Quick emotional summary of the interview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455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2B21-150A-6FD8-FD9D-B937D8B8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78527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Recruiter Decision Logic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704B7-0263-355F-6F2A-5CF29ED4E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992582"/>
            <a:ext cx="4094623" cy="3865418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 scoring on: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Emotion balance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Outputs:</a:t>
            </a: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Hire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Reject</a:t>
            </a:r>
            <a:endParaRPr 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14AF8-4320-3C8F-B98B-759B4220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89" y="2774372"/>
            <a:ext cx="7644502" cy="364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83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1DC02-F9D3-0847-2A8D-183886BC5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4" y="1939005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AI-Generated Summary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6C29-326E-83EB-A9DD-F64367B86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8" y="3304309"/>
            <a:ext cx="3636017" cy="3553691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Summarizes entire interview (not just first lines)</a:t>
            </a: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Captures: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points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 strengths &amp; weaknesses</a:t>
            </a:r>
          </a:p>
          <a:p>
            <a:pPr lvl="1"/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session conclusion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FA1E7-FA1B-D947-B5DF-A9A4400FD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935" y="3231573"/>
            <a:ext cx="7190328" cy="330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65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28AD-E605-5A91-68CB-B06A1E76F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811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Outputs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0A3DD-5D95-480C-D6D5-007215F76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613" y="2151550"/>
            <a:ext cx="3834850" cy="3231573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transcripts/</a:t>
            </a:r>
            <a:r>
              <a:rPr lang="en-IN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asr</a:t>
            </a:r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/*.txt – Raw transcripts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segments/*.txt – Timestamped segments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docs/keywords.txt – Extracted keywords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docs/asr_evaluation.csv – WER, CER, Accuracy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results/Documentation.pdf – Final report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62FB8-C9D8-EAE1-C93A-527DF607F206}"/>
              </a:ext>
            </a:extLst>
          </p:cNvPr>
          <p:cNvSpPr txBox="1"/>
          <p:nvPr/>
        </p:nvSpPr>
        <p:spPr>
          <a:xfrm>
            <a:off x="6676158" y="2808053"/>
            <a:ext cx="4790210" cy="1241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Results (Sample Audio)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DF1EB-4BDA-0616-DE26-78D28C4EB0C9}"/>
              </a:ext>
            </a:extLst>
          </p:cNvPr>
          <p:cNvSpPr txBox="1"/>
          <p:nvPr/>
        </p:nvSpPr>
        <p:spPr>
          <a:xfrm>
            <a:off x="6676158" y="4312228"/>
            <a:ext cx="4613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File:</a:t>
            </a:r>
            <a:r>
              <a:rPr lang="en-US" dirty="0"/>
              <a:t> BoZpcibb-JI.txt</a:t>
            </a:r>
          </a:p>
          <a:p>
            <a:r>
              <a:rPr lang="en-US" b="1" dirty="0"/>
              <a:t>WER:</a:t>
            </a:r>
            <a:r>
              <a:rPr lang="en-US" dirty="0"/>
              <a:t> 0.2099</a:t>
            </a:r>
          </a:p>
          <a:p>
            <a:r>
              <a:rPr lang="en-US" b="1" dirty="0"/>
              <a:t>CER:</a:t>
            </a:r>
            <a:r>
              <a:rPr lang="en-US" dirty="0"/>
              <a:t> 0.1278</a:t>
            </a:r>
          </a:p>
          <a:p>
            <a:r>
              <a:rPr lang="en-US" b="1" dirty="0"/>
              <a:t>Accuracy:</a:t>
            </a:r>
            <a:r>
              <a:rPr lang="en-US" dirty="0"/>
              <a:t> 79.01%</a:t>
            </a:r>
          </a:p>
          <a:p>
            <a:r>
              <a:rPr lang="en-US" b="1" dirty="0"/>
              <a:t>Keywords:</a:t>
            </a:r>
            <a:br>
              <a:rPr lang="en-US" dirty="0"/>
            </a:br>
            <a:r>
              <a:rPr lang="en-US" dirty="0"/>
              <a:t>interview, round, candidates, company, </a:t>
            </a:r>
            <a:r>
              <a:rPr lang="en-US" dirty="0" err="1"/>
              <a:t>hr</a:t>
            </a:r>
            <a:r>
              <a:rPr lang="en-US" dirty="0"/>
              <a:t>, ability, access, applicants</a:t>
            </a:r>
          </a:p>
          <a:p>
            <a:r>
              <a:rPr lang="en-US" b="1" dirty="0"/>
              <a:t>Decision:</a:t>
            </a:r>
            <a:r>
              <a:rPr lang="en-US" dirty="0"/>
              <a:t> HOLD</a:t>
            </a:r>
          </a:p>
        </p:txBody>
      </p:sp>
    </p:spTree>
    <p:extLst>
      <p:ext uri="{BB962C8B-B14F-4D97-AF65-F5344CB8AC3E}">
        <p14:creationId xmlns:p14="http://schemas.microsoft.com/office/powerpoint/2010/main" val="2450473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EFC8-4355-F289-1D61-B59CAC259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121164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0282-D186-7C1A-07C8-B1268AD5A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182090"/>
            <a:ext cx="7960041" cy="3609109"/>
          </a:xfrm>
        </p:spPr>
        <p:txBody>
          <a:bodyPr>
            <a:normAutofit fontScale="85000" lnSpcReduction="20000"/>
          </a:bodyPr>
          <a:lstStyle/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HR Interviews: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candidate evaluation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Bias-reduced insights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Audio-linked review</a:t>
            </a:r>
          </a:p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Corporate Meetings: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Participation analysis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Sentiment-driven decisions</a:t>
            </a:r>
          </a:p>
          <a:p>
            <a:r>
              <a:rPr lang="en-US" sz="22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Podcasts &amp; Lectures:</a:t>
            </a:r>
            <a:endParaRPr lang="en-US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navigation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Accessibility</a:t>
            </a:r>
          </a:p>
          <a:p>
            <a:pPr>
              <a:buFont typeface="Arial" panose="020B0604020202090204" pitchFamily="34" charset="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Knowledge extraction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3094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CC483-7236-0F19-132F-FBAC91DF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314" y="1409700"/>
            <a:ext cx="10353762" cy="970450"/>
          </a:xfrm>
        </p:spPr>
        <p:txBody>
          <a:bodyPr>
            <a:normAutofit fontScale="90000"/>
          </a:bodyPr>
          <a:lstStyle/>
          <a:p>
            <a:pPr algn="l"/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C332-F444-6857-06EA-88E9A245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53591"/>
            <a:ext cx="8344505" cy="3037609"/>
          </a:xfrm>
        </p:spPr>
        <p:txBody>
          <a:bodyPr/>
          <a:lstStyle/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AI system: backend pipeline + enterprise dashboard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Reliable ASR (79.01% accuracy), meaningful keywords, emotion-aware insights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recruiter decisions support fair hiring</a:t>
            </a:r>
          </a:p>
          <a:p>
            <a:r>
              <a:rPr lang="en-IN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for interviews, meetings, podcasts, and accessibility</a:t>
            </a:r>
          </a:p>
          <a:p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Transforms raw audio into actionable intelligence</a:t>
            </a:r>
            <a:endParaRPr lang="en-IN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258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5106-7C90-1E2D-7981-FC72E9E4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540" y="1523368"/>
            <a:ext cx="10353762" cy="970450"/>
          </a:xfrm>
        </p:spPr>
        <p:txBody>
          <a:bodyPr>
            <a:noAutofit/>
          </a:bodyPr>
          <a:lstStyle/>
          <a:p>
            <a:r>
              <a:rPr lang="en-US" sz="6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66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5F40-84CF-2154-69D5-57955D25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827" y="2753591"/>
            <a:ext cx="6726729" cy="303760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QUESTIONS?</a:t>
            </a:r>
            <a:endParaRPr lang="en-IN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63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Frosted Glass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646</TotalTime>
  <Words>1080</Words>
  <Application>Microsoft Office PowerPoint</Application>
  <PresentationFormat>Widescreen</PresentationFormat>
  <Paragraphs>230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Wingdings 2</vt:lpstr>
      <vt:lpstr>Slate</vt:lpstr>
      <vt:lpstr>HR Interview &amp; Meeting Analyzer Enterprise-Grade AI Dashboard for Audio Intelligence</vt:lpstr>
      <vt:lpstr>PowerPoint Presentation</vt:lpstr>
      <vt:lpstr>Project Overview</vt:lpstr>
      <vt:lpstr>Objectives  </vt:lpstr>
      <vt:lpstr>System Architecture Overview </vt:lpstr>
      <vt:lpstr>PowerPoint Presentation</vt:lpstr>
      <vt:lpstr>Keyword Extraction </vt:lpstr>
      <vt:lpstr>Technology Stack </vt:lpstr>
      <vt:lpstr>PowerPoint Presentation</vt:lpstr>
      <vt:lpstr>User Interface (Dashboard)</vt:lpstr>
      <vt:lpstr>Transcript Generation </vt:lpstr>
      <vt:lpstr>Segmentation &amp; Speaker Detection </vt:lpstr>
      <vt:lpstr>Visualization 1: Sentiment Timeline </vt:lpstr>
      <vt:lpstr>Visualization 2: Polarity Heatmap </vt:lpstr>
      <vt:lpstr>Visualization 3: Speaker Distribution </vt:lpstr>
      <vt:lpstr>Visualization 4: Average Sentiment by Speaker </vt:lpstr>
      <vt:lpstr>Visualization 5: Emotion Classification  </vt:lpstr>
      <vt:lpstr>Visualization 6: Engagement Radar </vt:lpstr>
      <vt:lpstr>Keyword Intelligence </vt:lpstr>
      <vt:lpstr>Keyword Cloud </vt:lpstr>
      <vt:lpstr>Sentiment Metrics </vt:lpstr>
      <vt:lpstr>Recruiter Decision Logic </vt:lpstr>
      <vt:lpstr>AI-Generated Summary </vt:lpstr>
      <vt:lpstr>System Outputs </vt:lpstr>
      <vt:lpstr>Use Cases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vanshika kumawat</dc:creator>
  <cp:lastModifiedBy>vanshika kumawat</cp:lastModifiedBy>
  <cp:revision>4</cp:revision>
  <dcterms:created xsi:type="dcterms:W3CDTF">2026-01-16T09:33:26Z</dcterms:created>
  <dcterms:modified xsi:type="dcterms:W3CDTF">2026-01-18T06:26:06Z</dcterms:modified>
</cp:coreProperties>
</file>