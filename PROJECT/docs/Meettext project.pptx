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7" r:id="rId9"/>
    <p:sldId id="263" r:id="rId10"/>
    <p:sldId id="262" r:id="rId11"/>
    <p:sldId id="266" r:id="rId12"/>
    <p:sldId id="265" r:id="rId13"/>
  </p:sldIdLst>
  <p:sldSz cx="18288000" cy="10287000"/>
  <p:notesSz cx="6858000" cy="9144000"/>
  <p:embeddedFontLst>
    <p:embeddedFont>
      <p:font typeface="Berlin Sans FB Demi" panose="020E0802020502020306" pitchFamily="34" charset="0"/>
      <p:bold r:id="rId14"/>
    </p:embeddedFont>
    <p:embeddedFont>
      <p:font typeface="Centaur" panose="02030504050205020304" pitchFamily="18" charset="0"/>
      <p:regular r:id="rId15"/>
    </p:embeddedFont>
    <p:embeddedFont>
      <p:font typeface="HK Grotesk" panose="020B0604020202020204" charset="0"/>
      <p:regular r:id="rId16"/>
    </p:embeddedFont>
    <p:embeddedFont>
      <p:font typeface="HK Grotesk Semi-Bold" panose="020B0604020202020204" charset="0"/>
      <p:regular r:id="rId17"/>
    </p:embeddedFont>
    <p:embeddedFont>
      <p:font typeface="Noto Serif Display ExtraCondensed Light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C"/>
    <a:srgbClr val="FF99FF"/>
    <a:srgbClr val="43589B"/>
    <a:srgbClr val="0000FF"/>
    <a:srgbClr val="25D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118" autoAdjust="0"/>
  </p:normalViewPr>
  <p:slideViewPr>
    <p:cSldViewPr>
      <p:cViewPr varScale="1">
        <p:scale>
          <a:sx n="52" d="100"/>
          <a:sy n="52" d="100"/>
        </p:scale>
        <p:origin x="8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587A52-7DA1-4212-98BC-844F92AE9532}" type="doc">
      <dgm:prSet loTypeId="urn:microsoft.com/office/officeart/2008/layout/AlternatingHexagons" loCatId="list" qsTypeId="urn:microsoft.com/office/officeart/2005/8/quickstyle/simple2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E4B78C3D-B1BA-470D-BA11-AD763CF3FB78}" type="pres">
      <dgm:prSet presAssocID="{B4587A52-7DA1-4212-98BC-844F92AE9532}" presName="Name0" presStyleCnt="0">
        <dgm:presLayoutVars>
          <dgm:chMax/>
          <dgm:chPref/>
          <dgm:dir/>
          <dgm:animLvl val="lvl"/>
        </dgm:presLayoutVars>
      </dgm:prSet>
      <dgm:spPr/>
    </dgm:pt>
  </dgm:ptLst>
  <dgm:cxnLst>
    <dgm:cxn modelId="{B7A56360-8D59-428D-882D-C1D6B23269DA}" type="presOf" srcId="{B4587A52-7DA1-4212-98BC-844F92AE9532}" destId="{E4B78C3D-B1BA-470D-BA11-AD763CF3FB78}" srcOrd="0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FE2A4B-1304-4471-9800-9710F23EEB9A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E2232B0-7198-431B-9827-96287B77696A}" type="pres">
      <dgm:prSet presAssocID="{61FE2A4B-1304-4471-9800-9710F23EEB9A}" presName="Name0" presStyleCnt="0">
        <dgm:presLayoutVars>
          <dgm:chMax/>
          <dgm:chPref/>
          <dgm:dir/>
        </dgm:presLayoutVars>
      </dgm:prSet>
      <dgm:spPr/>
    </dgm:pt>
  </dgm:ptLst>
  <dgm:cxnLst>
    <dgm:cxn modelId="{118DBDCC-AD61-4666-843F-526EA9E02337}" type="presOf" srcId="{61FE2A4B-1304-4471-9800-9710F23EEB9A}" destId="{BE2232B0-7198-431B-9827-96287B77696A}" srcOrd="0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7C93C1-293C-4053-98EF-1340474985E6}" type="doc">
      <dgm:prSet loTypeId="urn:microsoft.com/office/officeart/2005/8/layout/h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C89DD6-A780-459F-825F-2E3932A16305}">
      <dgm:prSet phldrT="[Text]" phldr="0"/>
      <dgm:spPr/>
      <dgm:t>
        <a:bodyPr/>
        <a:lstStyle/>
        <a:p>
          <a:endParaRPr lang="en-IN" dirty="0"/>
        </a:p>
      </dgm:t>
    </dgm:pt>
    <dgm:pt modelId="{17DA5002-8DC4-4385-93E1-3E42988D2BF8}" type="parTrans" cxnId="{7F98F83C-2C68-413E-AD83-D456CB3580A0}">
      <dgm:prSet/>
      <dgm:spPr/>
      <dgm:t>
        <a:bodyPr/>
        <a:lstStyle/>
        <a:p>
          <a:endParaRPr lang="en-IN"/>
        </a:p>
      </dgm:t>
    </dgm:pt>
    <dgm:pt modelId="{116E7EAC-41FC-4672-A86D-5C7230D23547}" type="sibTrans" cxnId="{7F98F83C-2C68-413E-AD83-D456CB3580A0}">
      <dgm:prSet/>
      <dgm:spPr/>
      <dgm:t>
        <a:bodyPr/>
        <a:lstStyle/>
        <a:p>
          <a:endParaRPr lang="en-IN"/>
        </a:p>
      </dgm:t>
    </dgm:pt>
    <dgm:pt modelId="{63018BB6-E597-463B-9785-CE9C26D8DFCC}">
      <dgm:prSet phldrT="[Text]" custT="1"/>
      <dgm:spPr/>
      <dgm:t>
        <a:bodyPr/>
        <a:lstStyle/>
        <a:p>
          <a:pPr algn="ctr">
            <a:buNone/>
          </a:pPr>
          <a:r>
            <a:rPr lang="en-US" sz="3600" b="1" dirty="0"/>
            <a:t>Convert spoken meeting content into written text</a:t>
          </a:r>
          <a:endParaRPr lang="en-IN" sz="3600" dirty="0"/>
        </a:p>
      </dgm:t>
    </dgm:pt>
    <dgm:pt modelId="{67C3C569-6665-483A-8FF4-2CF417156A28}" type="parTrans" cxnId="{CAD2C9B4-267D-4888-BA16-F4A96BDCFDF2}">
      <dgm:prSet/>
      <dgm:spPr/>
      <dgm:t>
        <a:bodyPr/>
        <a:lstStyle/>
        <a:p>
          <a:endParaRPr lang="en-IN"/>
        </a:p>
      </dgm:t>
    </dgm:pt>
    <dgm:pt modelId="{0F778421-904D-4D6E-8825-55603EA622BD}" type="sibTrans" cxnId="{CAD2C9B4-267D-4888-BA16-F4A96BDCFDF2}">
      <dgm:prSet/>
      <dgm:spPr/>
      <dgm:t>
        <a:bodyPr/>
        <a:lstStyle/>
        <a:p>
          <a:endParaRPr lang="en-IN"/>
        </a:p>
      </dgm:t>
    </dgm:pt>
    <dgm:pt modelId="{022FAFDC-9C39-4FF7-BE48-1620A1715FDD}">
      <dgm:prSet phldrT="[Text]" phldr="1"/>
      <dgm:spPr/>
      <dgm:t>
        <a:bodyPr/>
        <a:lstStyle/>
        <a:p>
          <a:endParaRPr lang="en-IN" dirty="0"/>
        </a:p>
      </dgm:t>
    </dgm:pt>
    <dgm:pt modelId="{1B38E74F-40F5-478A-BFA3-C9D7B32A87AC}" type="parTrans" cxnId="{D504C13A-A642-454D-A913-04264E1F8936}">
      <dgm:prSet/>
      <dgm:spPr/>
      <dgm:t>
        <a:bodyPr/>
        <a:lstStyle/>
        <a:p>
          <a:endParaRPr lang="en-IN"/>
        </a:p>
      </dgm:t>
    </dgm:pt>
    <dgm:pt modelId="{5A187AA2-2C71-4B87-A30E-00B903C51564}" type="sibTrans" cxnId="{D504C13A-A642-454D-A913-04264E1F8936}">
      <dgm:prSet/>
      <dgm:spPr/>
      <dgm:t>
        <a:bodyPr/>
        <a:lstStyle/>
        <a:p>
          <a:endParaRPr lang="en-IN"/>
        </a:p>
      </dgm:t>
    </dgm:pt>
    <dgm:pt modelId="{77690621-0525-4FEE-A691-BCE2A1DDDC49}">
      <dgm:prSet phldrT="[Text]" custT="1"/>
      <dgm:spPr/>
      <dgm:t>
        <a:bodyPr/>
        <a:lstStyle/>
        <a:p>
          <a:pPr algn="ctr">
            <a:buNone/>
          </a:pPr>
          <a:r>
            <a:rPr lang="en-IN" sz="3600" b="1" dirty="0"/>
            <a:t>Generate concise summaries and extracts key insights</a:t>
          </a:r>
          <a:endParaRPr lang="en-IN" sz="3600" dirty="0"/>
        </a:p>
      </dgm:t>
    </dgm:pt>
    <dgm:pt modelId="{D3434A3B-8B95-40C5-995A-A0758AA1E70E}" type="parTrans" cxnId="{A7BC41C0-9EFE-42F4-A663-C6114F312E99}">
      <dgm:prSet/>
      <dgm:spPr/>
      <dgm:t>
        <a:bodyPr/>
        <a:lstStyle/>
        <a:p>
          <a:endParaRPr lang="en-IN"/>
        </a:p>
      </dgm:t>
    </dgm:pt>
    <dgm:pt modelId="{11005796-BB5B-41C6-984B-014E25B99F50}" type="sibTrans" cxnId="{A7BC41C0-9EFE-42F4-A663-C6114F312E99}">
      <dgm:prSet/>
      <dgm:spPr/>
      <dgm:t>
        <a:bodyPr/>
        <a:lstStyle/>
        <a:p>
          <a:endParaRPr lang="en-IN"/>
        </a:p>
      </dgm:t>
    </dgm:pt>
    <dgm:pt modelId="{D834DA7E-1A34-4CF6-A052-C11110BC28F8}">
      <dgm:prSet phldrT="[Text]" phldr="1"/>
      <dgm:spPr/>
      <dgm:t>
        <a:bodyPr/>
        <a:lstStyle/>
        <a:p>
          <a:endParaRPr lang="en-IN"/>
        </a:p>
      </dgm:t>
    </dgm:pt>
    <dgm:pt modelId="{EC692185-CF9C-4308-89DF-A98B194C1067}" type="parTrans" cxnId="{2944A51F-3898-4693-8088-458509F08305}">
      <dgm:prSet/>
      <dgm:spPr/>
      <dgm:t>
        <a:bodyPr/>
        <a:lstStyle/>
        <a:p>
          <a:endParaRPr lang="en-IN"/>
        </a:p>
      </dgm:t>
    </dgm:pt>
    <dgm:pt modelId="{3419184D-004B-49C0-98D8-731312B455F7}" type="sibTrans" cxnId="{2944A51F-3898-4693-8088-458509F08305}">
      <dgm:prSet/>
      <dgm:spPr/>
      <dgm:t>
        <a:bodyPr/>
        <a:lstStyle/>
        <a:p>
          <a:endParaRPr lang="en-IN"/>
        </a:p>
      </dgm:t>
    </dgm:pt>
    <dgm:pt modelId="{87E2DAB3-475E-406F-B454-5947EAE31217}">
      <dgm:prSet phldrT="[Text]" custT="1"/>
      <dgm:spPr/>
      <dgm:t>
        <a:bodyPr/>
        <a:lstStyle/>
        <a:p>
          <a:pPr algn="ctr">
            <a:buFont typeface="+mj-lt"/>
            <a:buNone/>
          </a:pPr>
          <a:r>
            <a:rPr lang="en-US" sz="3900" b="1" dirty="0"/>
            <a:t>  </a:t>
          </a:r>
          <a:r>
            <a:rPr lang="en-US" sz="3600" b="1" dirty="0"/>
            <a:t>Support knowledge sharing by making meeting content easier to revisit and share with others</a:t>
          </a:r>
          <a:r>
            <a:rPr lang="en-US" sz="3600" dirty="0"/>
            <a:t>.</a:t>
          </a:r>
          <a:endParaRPr lang="en-IN" sz="3600" dirty="0"/>
        </a:p>
      </dgm:t>
    </dgm:pt>
    <dgm:pt modelId="{2F427BB2-6AD7-47A0-B3C0-03D6CF61AB27}" type="parTrans" cxnId="{E04FCC93-8352-4B5C-AEDB-691CAFCF1DF6}">
      <dgm:prSet/>
      <dgm:spPr/>
      <dgm:t>
        <a:bodyPr/>
        <a:lstStyle/>
        <a:p>
          <a:endParaRPr lang="en-IN"/>
        </a:p>
      </dgm:t>
    </dgm:pt>
    <dgm:pt modelId="{7AD7DED2-CC96-424D-905A-06D2EC0B039B}" type="sibTrans" cxnId="{E04FCC93-8352-4B5C-AEDB-691CAFCF1DF6}">
      <dgm:prSet/>
      <dgm:spPr/>
      <dgm:t>
        <a:bodyPr/>
        <a:lstStyle/>
        <a:p>
          <a:endParaRPr lang="en-IN"/>
        </a:p>
      </dgm:t>
    </dgm:pt>
    <dgm:pt modelId="{13E68F9D-B655-4086-8A18-17886354620E}">
      <dgm:prSet phldrT="[Text]" phldr="1"/>
      <dgm:spPr/>
      <dgm:t>
        <a:bodyPr/>
        <a:lstStyle/>
        <a:p>
          <a:pPr algn="l"/>
          <a:endParaRPr lang="en-IN" sz="3900" dirty="0"/>
        </a:p>
      </dgm:t>
    </dgm:pt>
    <dgm:pt modelId="{393AA327-DA21-4520-B35E-3D29C4717157}" type="parTrans" cxnId="{AC1EAF7F-95EE-4A30-B8BD-653710B78217}">
      <dgm:prSet/>
      <dgm:spPr/>
      <dgm:t>
        <a:bodyPr/>
        <a:lstStyle/>
        <a:p>
          <a:endParaRPr lang="en-IN"/>
        </a:p>
      </dgm:t>
    </dgm:pt>
    <dgm:pt modelId="{A71324FD-006D-464E-AF23-C8FE98B3B425}" type="sibTrans" cxnId="{AC1EAF7F-95EE-4A30-B8BD-653710B78217}">
      <dgm:prSet/>
      <dgm:spPr/>
      <dgm:t>
        <a:bodyPr/>
        <a:lstStyle/>
        <a:p>
          <a:endParaRPr lang="en-IN"/>
        </a:p>
      </dgm:t>
    </dgm:pt>
    <dgm:pt modelId="{CB286E17-768A-48F5-B1C7-058F651538FF}">
      <dgm:prSet phldrT="[Text]" custT="1"/>
      <dgm:spPr/>
      <dgm:t>
        <a:bodyPr/>
        <a:lstStyle/>
        <a:p>
          <a:pPr algn="ctr">
            <a:buNone/>
          </a:pPr>
          <a:endParaRPr lang="en-IN" sz="3600" dirty="0"/>
        </a:p>
      </dgm:t>
    </dgm:pt>
    <dgm:pt modelId="{890B7DCF-E98B-45BC-B54E-1B267DA86623}" type="parTrans" cxnId="{1266BB26-A25C-46FF-A354-61C8D4C8CAA3}">
      <dgm:prSet/>
      <dgm:spPr/>
      <dgm:t>
        <a:bodyPr/>
        <a:lstStyle/>
        <a:p>
          <a:endParaRPr lang="en-IN"/>
        </a:p>
      </dgm:t>
    </dgm:pt>
    <dgm:pt modelId="{730CC7D6-9650-4CAE-BB7F-D3D5C710D759}" type="sibTrans" cxnId="{1266BB26-A25C-46FF-A354-61C8D4C8CAA3}">
      <dgm:prSet/>
      <dgm:spPr/>
      <dgm:t>
        <a:bodyPr/>
        <a:lstStyle/>
        <a:p>
          <a:endParaRPr lang="en-IN"/>
        </a:p>
      </dgm:t>
    </dgm:pt>
    <dgm:pt modelId="{605C7CC2-F88A-4BE2-9117-8DCF31EFEF0E}">
      <dgm:prSet phldrT="[Text]" custT="1"/>
      <dgm:spPr/>
      <dgm:t>
        <a:bodyPr/>
        <a:lstStyle/>
        <a:p>
          <a:pPr algn="ctr">
            <a:buNone/>
          </a:pPr>
          <a:r>
            <a:rPr lang="en-US" sz="3600" b="1" dirty="0"/>
            <a:t>I</a:t>
          </a:r>
          <a:r>
            <a:rPr lang="en-US" sz="3200" b="1" dirty="0"/>
            <a:t>dentify and separate different discussion topics</a:t>
          </a:r>
          <a:endParaRPr lang="en-IN" sz="3600" dirty="0"/>
        </a:p>
      </dgm:t>
    </dgm:pt>
    <dgm:pt modelId="{1263C723-8682-4DE7-93C7-8995CC6E3F03}" type="parTrans" cxnId="{FAE17EEF-740D-4EB3-9BCE-46875530EF19}">
      <dgm:prSet/>
      <dgm:spPr/>
      <dgm:t>
        <a:bodyPr/>
        <a:lstStyle/>
        <a:p>
          <a:endParaRPr lang="en-IN"/>
        </a:p>
      </dgm:t>
    </dgm:pt>
    <dgm:pt modelId="{642148DA-49A7-4584-AB84-438A1A293651}" type="sibTrans" cxnId="{FAE17EEF-740D-4EB3-9BCE-46875530EF19}">
      <dgm:prSet/>
      <dgm:spPr/>
      <dgm:t>
        <a:bodyPr/>
        <a:lstStyle/>
        <a:p>
          <a:endParaRPr lang="en-IN"/>
        </a:p>
      </dgm:t>
    </dgm:pt>
    <dgm:pt modelId="{12288D58-A52C-4D95-961B-74D3A5F942DC}">
      <dgm:prSet phldrT="[Text]" custT="1"/>
      <dgm:spPr/>
      <dgm:t>
        <a:bodyPr/>
        <a:lstStyle/>
        <a:p>
          <a:pPr algn="l">
            <a:buNone/>
          </a:pPr>
          <a:endParaRPr lang="en-IN" sz="3600" dirty="0"/>
        </a:p>
      </dgm:t>
    </dgm:pt>
    <dgm:pt modelId="{F2377F9D-10A6-4B97-B985-2AD4E0A2FAAD}" type="parTrans" cxnId="{7502D896-9F8B-4F9C-88D5-DF773550ADC3}">
      <dgm:prSet/>
      <dgm:spPr/>
      <dgm:t>
        <a:bodyPr/>
        <a:lstStyle/>
        <a:p>
          <a:endParaRPr lang="en-IN"/>
        </a:p>
      </dgm:t>
    </dgm:pt>
    <dgm:pt modelId="{E116C4EF-240F-4AB6-9618-A9C4F3A1FFDF}" type="sibTrans" cxnId="{7502D896-9F8B-4F9C-88D5-DF773550ADC3}">
      <dgm:prSet/>
      <dgm:spPr/>
      <dgm:t>
        <a:bodyPr/>
        <a:lstStyle/>
        <a:p>
          <a:endParaRPr lang="en-IN"/>
        </a:p>
      </dgm:t>
    </dgm:pt>
    <dgm:pt modelId="{74043BAA-EE42-46A8-9ACA-D2D405EDEDFC}">
      <dgm:prSet phldrT="[Text]" custT="1"/>
      <dgm:spPr/>
      <dgm:t>
        <a:bodyPr/>
        <a:lstStyle/>
        <a:p>
          <a:pPr algn="ctr">
            <a:buNone/>
          </a:pPr>
          <a:r>
            <a:rPr lang="en-IN" sz="3600" b="1" dirty="0"/>
            <a:t>Provide a user-friendly interface for navigating the  contents</a:t>
          </a:r>
          <a:endParaRPr lang="en-IN" sz="3600" dirty="0"/>
        </a:p>
      </dgm:t>
    </dgm:pt>
    <dgm:pt modelId="{0D058064-447A-4D10-AC9A-AC0539B34D6D}" type="parTrans" cxnId="{F05260EC-C7B8-4B6B-B298-3CEC8AC6874B}">
      <dgm:prSet/>
      <dgm:spPr/>
      <dgm:t>
        <a:bodyPr/>
        <a:lstStyle/>
        <a:p>
          <a:endParaRPr lang="en-IN"/>
        </a:p>
      </dgm:t>
    </dgm:pt>
    <dgm:pt modelId="{DAD1F5CD-5099-4529-AA52-81E7FA26414C}" type="sibTrans" cxnId="{F05260EC-C7B8-4B6B-B298-3CEC8AC6874B}">
      <dgm:prSet/>
      <dgm:spPr/>
      <dgm:t>
        <a:bodyPr/>
        <a:lstStyle/>
        <a:p>
          <a:endParaRPr lang="en-IN"/>
        </a:p>
      </dgm:t>
    </dgm:pt>
    <dgm:pt modelId="{4E31E858-1C1D-4F66-B198-60470AA0C13E}">
      <dgm:prSet phldrT="[Text]" custT="1"/>
      <dgm:spPr/>
      <dgm:t>
        <a:bodyPr/>
        <a:lstStyle/>
        <a:p>
          <a:pPr algn="l">
            <a:buNone/>
          </a:pPr>
          <a:endParaRPr lang="en-IN" sz="3600" dirty="0"/>
        </a:p>
      </dgm:t>
    </dgm:pt>
    <dgm:pt modelId="{1DDA56C6-EC96-41C7-92D3-A8D49F6E4F92}" type="parTrans" cxnId="{A0DC8AE2-C07B-44E0-BEFA-C42FCC3BBB5F}">
      <dgm:prSet/>
      <dgm:spPr/>
      <dgm:t>
        <a:bodyPr/>
        <a:lstStyle/>
        <a:p>
          <a:endParaRPr lang="en-IN"/>
        </a:p>
      </dgm:t>
    </dgm:pt>
    <dgm:pt modelId="{73D1A29E-1482-4D5B-ABDE-8D4C856099BD}" type="sibTrans" cxnId="{A0DC8AE2-C07B-44E0-BEFA-C42FCC3BBB5F}">
      <dgm:prSet/>
      <dgm:spPr/>
      <dgm:t>
        <a:bodyPr/>
        <a:lstStyle/>
        <a:p>
          <a:endParaRPr lang="en-IN"/>
        </a:p>
      </dgm:t>
    </dgm:pt>
    <dgm:pt modelId="{2D955721-DB20-4AD1-8031-7DDC70EEF5D3}">
      <dgm:prSet phldrT="[Text]" custT="1"/>
      <dgm:spPr/>
      <dgm:t>
        <a:bodyPr/>
        <a:lstStyle/>
        <a:p>
          <a:pPr algn="ctr">
            <a:buFont typeface="+mj-lt"/>
            <a:buNone/>
          </a:pPr>
          <a:endParaRPr lang="en-IN" sz="3600" dirty="0"/>
        </a:p>
      </dgm:t>
    </dgm:pt>
    <dgm:pt modelId="{25A023E4-549C-4A6B-81FC-4825E6BDAE31}" type="parTrans" cxnId="{056C634D-F5D7-4EE8-8FC4-72426DE38917}">
      <dgm:prSet/>
      <dgm:spPr/>
      <dgm:t>
        <a:bodyPr/>
        <a:lstStyle/>
        <a:p>
          <a:endParaRPr lang="en-IN"/>
        </a:p>
      </dgm:t>
    </dgm:pt>
    <dgm:pt modelId="{DC287E7F-B14C-4D6E-AF69-25C6C7A5F3AD}" type="sibTrans" cxnId="{056C634D-F5D7-4EE8-8FC4-72426DE38917}">
      <dgm:prSet/>
      <dgm:spPr/>
      <dgm:t>
        <a:bodyPr/>
        <a:lstStyle/>
        <a:p>
          <a:endParaRPr lang="en-IN"/>
        </a:p>
      </dgm:t>
    </dgm:pt>
    <dgm:pt modelId="{AFF35A42-D535-4932-9760-74018F874D69}">
      <dgm:prSet phldrT="[Text]" custT="1"/>
      <dgm:spPr/>
      <dgm:t>
        <a:bodyPr/>
        <a:lstStyle/>
        <a:p>
          <a:pPr algn="ctr">
            <a:buFont typeface="+mj-lt"/>
            <a:buNone/>
          </a:pPr>
          <a:endParaRPr lang="en-IN" sz="3600" dirty="0"/>
        </a:p>
      </dgm:t>
    </dgm:pt>
    <dgm:pt modelId="{16842A41-1C45-4A98-BF30-8B92AE09A46A}" type="parTrans" cxnId="{25405847-5CA9-4705-A9FC-BCC1239C3F5E}">
      <dgm:prSet/>
      <dgm:spPr/>
      <dgm:t>
        <a:bodyPr/>
        <a:lstStyle/>
        <a:p>
          <a:endParaRPr lang="en-IN"/>
        </a:p>
      </dgm:t>
    </dgm:pt>
    <dgm:pt modelId="{3D249111-5203-402B-AC05-D21135220021}" type="sibTrans" cxnId="{25405847-5CA9-4705-A9FC-BCC1239C3F5E}">
      <dgm:prSet/>
      <dgm:spPr/>
      <dgm:t>
        <a:bodyPr/>
        <a:lstStyle/>
        <a:p>
          <a:endParaRPr lang="en-IN"/>
        </a:p>
      </dgm:t>
    </dgm:pt>
    <dgm:pt modelId="{424AEB7B-A0D8-4B96-B986-84A5A5E16D95}">
      <dgm:prSet phldrT="[Text]" custT="1"/>
      <dgm:spPr/>
      <dgm:t>
        <a:bodyPr/>
        <a:lstStyle/>
        <a:p>
          <a:pPr algn="ctr">
            <a:buFont typeface="+mj-lt"/>
            <a:buNone/>
          </a:pPr>
          <a:endParaRPr lang="en-IN" sz="3600" dirty="0"/>
        </a:p>
      </dgm:t>
    </dgm:pt>
    <dgm:pt modelId="{1ED5260C-8552-48A1-B63E-A0B67DB01700}" type="parTrans" cxnId="{D277C9E8-74AF-4C56-91E8-98EA35439B86}">
      <dgm:prSet/>
      <dgm:spPr/>
      <dgm:t>
        <a:bodyPr/>
        <a:lstStyle/>
        <a:p>
          <a:endParaRPr lang="en-IN"/>
        </a:p>
      </dgm:t>
    </dgm:pt>
    <dgm:pt modelId="{C22F0C11-44B7-4989-A3A9-648C85D5328D}" type="sibTrans" cxnId="{D277C9E8-74AF-4C56-91E8-98EA35439B86}">
      <dgm:prSet/>
      <dgm:spPr/>
      <dgm:t>
        <a:bodyPr/>
        <a:lstStyle/>
        <a:p>
          <a:endParaRPr lang="en-IN"/>
        </a:p>
      </dgm:t>
    </dgm:pt>
    <dgm:pt modelId="{66E1A6A5-588E-466E-9DEB-D5561CD88BC9}">
      <dgm:prSet phldrT="[Text]" custT="1"/>
      <dgm:spPr/>
      <dgm:t>
        <a:bodyPr/>
        <a:lstStyle/>
        <a:p>
          <a:pPr algn="ctr">
            <a:buFont typeface="+mj-lt"/>
            <a:buNone/>
          </a:pPr>
          <a:endParaRPr lang="en-IN" sz="3600" dirty="0"/>
        </a:p>
      </dgm:t>
    </dgm:pt>
    <dgm:pt modelId="{752C095A-A983-463A-AC2A-D95996B7A06B}" type="parTrans" cxnId="{4BF9CCAB-BCBF-4A20-8210-CA4C43277CE2}">
      <dgm:prSet/>
      <dgm:spPr/>
      <dgm:t>
        <a:bodyPr/>
        <a:lstStyle/>
        <a:p>
          <a:endParaRPr lang="en-IN"/>
        </a:p>
      </dgm:t>
    </dgm:pt>
    <dgm:pt modelId="{6B8990B6-24B7-4C1C-986B-DDDD8F844874}" type="sibTrans" cxnId="{4BF9CCAB-BCBF-4A20-8210-CA4C43277CE2}">
      <dgm:prSet/>
      <dgm:spPr/>
      <dgm:t>
        <a:bodyPr/>
        <a:lstStyle/>
        <a:p>
          <a:endParaRPr lang="en-IN"/>
        </a:p>
      </dgm:t>
    </dgm:pt>
    <dgm:pt modelId="{55A2A4D8-32CE-4640-A1B7-12AB5B9D0F89}">
      <dgm:prSet phldrT="[Text]" custT="1"/>
      <dgm:spPr/>
      <dgm:t>
        <a:bodyPr/>
        <a:lstStyle/>
        <a:p>
          <a:pPr algn="ctr">
            <a:buFont typeface="+mj-lt"/>
            <a:buNone/>
          </a:pPr>
          <a:endParaRPr lang="en-IN" sz="3600" dirty="0"/>
        </a:p>
      </dgm:t>
    </dgm:pt>
    <dgm:pt modelId="{D59BDD01-3CE4-42EC-97A8-5443A6F68BBD}" type="parTrans" cxnId="{33765779-0077-4148-A2D3-76F909EA94A7}">
      <dgm:prSet/>
      <dgm:spPr/>
      <dgm:t>
        <a:bodyPr/>
        <a:lstStyle/>
        <a:p>
          <a:endParaRPr lang="en-IN"/>
        </a:p>
      </dgm:t>
    </dgm:pt>
    <dgm:pt modelId="{B17B7B60-D8A0-480C-A215-01BEC522D888}" type="sibTrans" cxnId="{33765779-0077-4148-A2D3-76F909EA94A7}">
      <dgm:prSet/>
      <dgm:spPr/>
      <dgm:t>
        <a:bodyPr/>
        <a:lstStyle/>
        <a:p>
          <a:endParaRPr lang="en-IN"/>
        </a:p>
      </dgm:t>
    </dgm:pt>
    <dgm:pt modelId="{EC274D41-008F-455A-BB58-B779BC70CA9D}" type="pres">
      <dgm:prSet presAssocID="{AE7C93C1-293C-4053-98EF-1340474985E6}" presName="linearFlow" presStyleCnt="0">
        <dgm:presLayoutVars>
          <dgm:dir/>
          <dgm:animLvl val="lvl"/>
          <dgm:resizeHandles/>
        </dgm:presLayoutVars>
      </dgm:prSet>
      <dgm:spPr/>
    </dgm:pt>
    <dgm:pt modelId="{C50AA5B4-FFBB-45EA-AB39-6EE38A9850F4}" type="pres">
      <dgm:prSet presAssocID="{17C89DD6-A780-459F-825F-2E3932A16305}" presName="compositeNode" presStyleCnt="0">
        <dgm:presLayoutVars>
          <dgm:bulletEnabled val="1"/>
        </dgm:presLayoutVars>
      </dgm:prSet>
      <dgm:spPr/>
    </dgm:pt>
    <dgm:pt modelId="{0B7FFD17-E7D3-4896-93A6-E8E34FEF5729}" type="pres">
      <dgm:prSet presAssocID="{17C89DD6-A780-459F-825F-2E3932A16305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213EBFA3-256B-4D00-BB0D-430B6ACE5FFB}" type="pres">
      <dgm:prSet presAssocID="{17C89DD6-A780-459F-825F-2E3932A16305}" presName="childNode" presStyleLbl="node1" presStyleIdx="0" presStyleCnt="3" custScaleX="92780" custScaleY="97196" custLinFactNeighborX="-1371" custLinFactNeighborY="334">
        <dgm:presLayoutVars>
          <dgm:bulletEnabled val="1"/>
        </dgm:presLayoutVars>
      </dgm:prSet>
      <dgm:spPr/>
    </dgm:pt>
    <dgm:pt modelId="{86A16685-E1A9-4164-AD5F-3EA3EB348252}" type="pres">
      <dgm:prSet presAssocID="{17C89DD6-A780-459F-825F-2E3932A16305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B9A57381-9414-4217-80EA-23CA1AA22747}" type="pres">
      <dgm:prSet presAssocID="{116E7EAC-41FC-4672-A86D-5C7230D23547}" presName="sibTrans" presStyleCnt="0"/>
      <dgm:spPr/>
    </dgm:pt>
    <dgm:pt modelId="{82B08810-1DCD-4177-96F8-23322B86AE2B}" type="pres">
      <dgm:prSet presAssocID="{022FAFDC-9C39-4FF7-BE48-1620A1715FDD}" presName="compositeNode" presStyleCnt="0">
        <dgm:presLayoutVars>
          <dgm:bulletEnabled val="1"/>
        </dgm:presLayoutVars>
      </dgm:prSet>
      <dgm:spPr/>
    </dgm:pt>
    <dgm:pt modelId="{5923844C-7D9E-4398-B22A-E3BA7C2885CC}" type="pres">
      <dgm:prSet presAssocID="{022FAFDC-9C39-4FF7-BE48-1620A1715FDD}" presName="image" presStyleLbl="fgImgPlace1" presStyleIdx="1" presStyleCnt="3" custLinFactNeighborX="76074" custLinFactNeighborY="-1209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541C3BF-C2AC-42B3-A920-F52B1F0C5E9D}" type="pres">
      <dgm:prSet presAssocID="{022FAFDC-9C39-4FF7-BE48-1620A1715FDD}" presName="childNode" presStyleLbl="node1" presStyleIdx="1" presStyleCnt="3" custFlipHor="1" custScaleX="131805" custScaleY="97674" custLinFactNeighborX="-10653" custLinFactNeighborY="626">
        <dgm:presLayoutVars>
          <dgm:bulletEnabled val="1"/>
        </dgm:presLayoutVars>
      </dgm:prSet>
      <dgm:spPr/>
    </dgm:pt>
    <dgm:pt modelId="{D4C14FFB-4067-4B57-9137-BFF5005D2442}" type="pres">
      <dgm:prSet presAssocID="{022FAFDC-9C39-4FF7-BE48-1620A1715FDD}" presName="parentNode" presStyleLbl="revTx" presStyleIdx="1" presStyleCnt="3" custFlipVert="0" custScaleX="143188" custScaleY="88448">
        <dgm:presLayoutVars>
          <dgm:chMax val="0"/>
          <dgm:bulletEnabled val="1"/>
        </dgm:presLayoutVars>
      </dgm:prSet>
      <dgm:spPr/>
    </dgm:pt>
    <dgm:pt modelId="{21040843-AA5C-4464-9F49-E7B17055F9C6}" type="pres">
      <dgm:prSet presAssocID="{5A187AA2-2C71-4B87-A30E-00B903C51564}" presName="sibTrans" presStyleCnt="0"/>
      <dgm:spPr/>
    </dgm:pt>
    <dgm:pt modelId="{6C3FEEE0-9992-4DEB-81AB-18425F14FC79}" type="pres">
      <dgm:prSet presAssocID="{D834DA7E-1A34-4CF6-A052-C11110BC28F8}" presName="compositeNode" presStyleCnt="0">
        <dgm:presLayoutVars>
          <dgm:bulletEnabled val="1"/>
        </dgm:presLayoutVars>
      </dgm:prSet>
      <dgm:spPr/>
    </dgm:pt>
    <dgm:pt modelId="{5F16078B-F4C0-496D-919C-30F411ED3F17}" type="pres">
      <dgm:prSet presAssocID="{D834DA7E-1A34-4CF6-A052-C11110BC28F8}" presName="image" presStyleLbl="fgImgPlace1" presStyleIdx="2" presStyleCnt="3" custScaleX="102619" custScaleY="88136" custLinFactNeighborX="-37986" custLinFactNeighborY="16053"/>
      <dgm:spPr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</dgm:spPr>
    </dgm:pt>
    <dgm:pt modelId="{9B4AA897-CF8B-42E2-AF03-5E25D90C4826}" type="pres">
      <dgm:prSet presAssocID="{D834DA7E-1A34-4CF6-A052-C11110BC28F8}" presName="childNode" presStyleLbl="node1" presStyleIdx="2" presStyleCnt="3" custScaleX="109109" custScaleY="100762" custLinFactNeighborX="-19202" custLinFactNeighborY="3944">
        <dgm:presLayoutVars>
          <dgm:bulletEnabled val="1"/>
        </dgm:presLayoutVars>
      </dgm:prSet>
      <dgm:spPr/>
    </dgm:pt>
    <dgm:pt modelId="{CF0505A5-FA0B-4F09-8A6C-7DD147AE6DE3}" type="pres">
      <dgm:prSet presAssocID="{D834DA7E-1A34-4CF6-A052-C11110BC28F8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CFB66B0C-7F92-47DA-B424-26A47B6D3D3B}" type="presOf" srcId="{87E2DAB3-475E-406F-B454-5947EAE31217}" destId="{9B4AA897-CF8B-42E2-AF03-5E25D90C4826}" srcOrd="0" destOrd="0" presId="urn:microsoft.com/office/officeart/2005/8/layout/hList2"/>
    <dgm:cxn modelId="{24535E13-64D3-4078-8B7F-C3719FBF5715}" type="presOf" srcId="{63018BB6-E597-463B-9785-CE9C26D8DFCC}" destId="{213EBFA3-256B-4D00-BB0D-430B6ACE5FFB}" srcOrd="0" destOrd="0" presId="urn:microsoft.com/office/officeart/2005/8/layout/hList2"/>
    <dgm:cxn modelId="{86CC731A-39C6-48B9-A68C-67BD2B067376}" type="presOf" srcId="{D834DA7E-1A34-4CF6-A052-C11110BC28F8}" destId="{CF0505A5-FA0B-4F09-8A6C-7DD147AE6DE3}" srcOrd="0" destOrd="0" presId="urn:microsoft.com/office/officeart/2005/8/layout/hList2"/>
    <dgm:cxn modelId="{2944A51F-3898-4693-8088-458509F08305}" srcId="{AE7C93C1-293C-4053-98EF-1340474985E6}" destId="{D834DA7E-1A34-4CF6-A052-C11110BC28F8}" srcOrd="2" destOrd="0" parTransId="{EC692185-CF9C-4308-89DF-A98B194C1067}" sibTransId="{3419184D-004B-49C0-98D8-731312B455F7}"/>
    <dgm:cxn modelId="{1266BB26-A25C-46FF-A354-61C8D4C8CAA3}" srcId="{17C89DD6-A780-459F-825F-2E3932A16305}" destId="{CB286E17-768A-48F5-B1C7-058F651538FF}" srcOrd="1" destOrd="0" parTransId="{890B7DCF-E98B-45BC-B54E-1B267DA86623}" sibTransId="{730CC7D6-9650-4CAE-BB7F-D3D5C710D759}"/>
    <dgm:cxn modelId="{CC3A0B2F-5C73-4EB9-B9CE-9687F27701EC}" type="presOf" srcId="{13E68F9D-B655-4086-8A18-17886354620E}" destId="{9B4AA897-CF8B-42E2-AF03-5E25D90C4826}" srcOrd="0" destOrd="6" presId="urn:microsoft.com/office/officeart/2005/8/layout/hList2"/>
    <dgm:cxn modelId="{D504C13A-A642-454D-A913-04264E1F8936}" srcId="{AE7C93C1-293C-4053-98EF-1340474985E6}" destId="{022FAFDC-9C39-4FF7-BE48-1620A1715FDD}" srcOrd="1" destOrd="0" parTransId="{1B38E74F-40F5-478A-BFA3-C9D7B32A87AC}" sibTransId="{5A187AA2-2C71-4B87-A30E-00B903C51564}"/>
    <dgm:cxn modelId="{2890813B-6887-4559-B959-6A51602920E8}" type="presOf" srcId="{605C7CC2-F88A-4BE2-9117-8DCF31EFEF0E}" destId="{213EBFA3-256B-4D00-BB0D-430B6ACE5FFB}" srcOrd="0" destOrd="2" presId="urn:microsoft.com/office/officeart/2005/8/layout/hList2"/>
    <dgm:cxn modelId="{7F98F83C-2C68-413E-AD83-D456CB3580A0}" srcId="{AE7C93C1-293C-4053-98EF-1340474985E6}" destId="{17C89DD6-A780-459F-825F-2E3932A16305}" srcOrd="0" destOrd="0" parTransId="{17DA5002-8DC4-4385-93E1-3E42988D2BF8}" sibTransId="{116E7EAC-41FC-4672-A86D-5C7230D23547}"/>
    <dgm:cxn modelId="{437B0D5E-2110-4608-BE31-BD864A8C10B4}" type="presOf" srcId="{66E1A6A5-588E-466E-9DEB-D5561CD88BC9}" destId="{9B4AA897-CF8B-42E2-AF03-5E25D90C4826}" srcOrd="0" destOrd="4" presId="urn:microsoft.com/office/officeart/2005/8/layout/hList2"/>
    <dgm:cxn modelId="{25405847-5CA9-4705-A9FC-BCC1239C3F5E}" srcId="{D834DA7E-1A34-4CF6-A052-C11110BC28F8}" destId="{AFF35A42-D535-4932-9760-74018F874D69}" srcOrd="2" destOrd="0" parTransId="{16842A41-1C45-4A98-BF30-8B92AE09A46A}" sibTransId="{3D249111-5203-402B-AC05-D21135220021}"/>
    <dgm:cxn modelId="{46AE534C-F81A-4DD4-B096-5586E0C86C6B}" type="presOf" srcId="{77690621-0525-4FEE-A691-BCE2A1DDDC49}" destId="{5541C3BF-C2AC-42B3-A920-F52B1F0C5E9D}" srcOrd="0" destOrd="0" presId="urn:microsoft.com/office/officeart/2005/8/layout/hList2"/>
    <dgm:cxn modelId="{056C634D-F5D7-4EE8-8FC4-72426DE38917}" srcId="{D834DA7E-1A34-4CF6-A052-C11110BC28F8}" destId="{2D955721-DB20-4AD1-8031-7DDC70EEF5D3}" srcOrd="1" destOrd="0" parTransId="{25A023E4-549C-4A6B-81FC-4825E6BDAE31}" sibTransId="{DC287E7F-B14C-4D6E-AF69-25C6C7A5F3AD}"/>
    <dgm:cxn modelId="{AA378677-3734-4DA6-90CA-BCB243C8919A}" type="presOf" srcId="{17C89DD6-A780-459F-825F-2E3932A16305}" destId="{86A16685-E1A9-4164-AD5F-3EA3EB348252}" srcOrd="0" destOrd="0" presId="urn:microsoft.com/office/officeart/2005/8/layout/hList2"/>
    <dgm:cxn modelId="{33765779-0077-4148-A2D3-76F909EA94A7}" srcId="{D834DA7E-1A34-4CF6-A052-C11110BC28F8}" destId="{55A2A4D8-32CE-4640-A1B7-12AB5B9D0F89}" srcOrd="5" destOrd="0" parTransId="{D59BDD01-3CE4-42EC-97A8-5443A6F68BBD}" sibTransId="{B17B7B60-D8A0-480C-A215-01BEC522D888}"/>
    <dgm:cxn modelId="{C088AB7E-1B5A-4A17-B7CA-387EAA7CEA2C}" type="presOf" srcId="{022FAFDC-9C39-4FF7-BE48-1620A1715FDD}" destId="{D4C14FFB-4067-4B57-9137-BFF5005D2442}" srcOrd="0" destOrd="0" presId="urn:microsoft.com/office/officeart/2005/8/layout/hList2"/>
    <dgm:cxn modelId="{AC1EAF7F-95EE-4A30-B8BD-653710B78217}" srcId="{D834DA7E-1A34-4CF6-A052-C11110BC28F8}" destId="{13E68F9D-B655-4086-8A18-17886354620E}" srcOrd="6" destOrd="0" parTransId="{393AA327-DA21-4520-B35E-3D29C4717157}" sibTransId="{A71324FD-006D-464E-AF23-C8FE98B3B425}"/>
    <dgm:cxn modelId="{8F2B2F8A-A365-4817-9223-B8A09801A1FB}" type="presOf" srcId="{424AEB7B-A0D8-4B96-B986-84A5A5E16D95}" destId="{9B4AA897-CF8B-42E2-AF03-5E25D90C4826}" srcOrd="0" destOrd="3" presId="urn:microsoft.com/office/officeart/2005/8/layout/hList2"/>
    <dgm:cxn modelId="{E04FCC93-8352-4B5C-AEDB-691CAFCF1DF6}" srcId="{D834DA7E-1A34-4CF6-A052-C11110BC28F8}" destId="{87E2DAB3-475E-406F-B454-5947EAE31217}" srcOrd="0" destOrd="0" parTransId="{2F427BB2-6AD7-47A0-B3C0-03D6CF61AB27}" sibTransId="{7AD7DED2-CC96-424D-905A-06D2EC0B039B}"/>
    <dgm:cxn modelId="{9D8CBD94-7596-49CB-A22F-D42B713202AE}" type="presOf" srcId="{55A2A4D8-32CE-4640-A1B7-12AB5B9D0F89}" destId="{9B4AA897-CF8B-42E2-AF03-5E25D90C4826}" srcOrd="0" destOrd="5" presId="urn:microsoft.com/office/officeart/2005/8/layout/hList2"/>
    <dgm:cxn modelId="{7502D896-9F8B-4F9C-88D5-DF773550ADC3}" srcId="{022FAFDC-9C39-4FF7-BE48-1620A1715FDD}" destId="{12288D58-A52C-4D95-961B-74D3A5F942DC}" srcOrd="1" destOrd="0" parTransId="{F2377F9D-10A6-4B97-B985-2AD4E0A2FAAD}" sibTransId="{E116C4EF-240F-4AB6-9618-A9C4F3A1FFDF}"/>
    <dgm:cxn modelId="{4DD1B5A8-E2D2-417B-A88B-A1AF490E20A0}" type="presOf" srcId="{4E31E858-1C1D-4F66-B198-60470AA0C13E}" destId="{5541C3BF-C2AC-42B3-A920-F52B1F0C5E9D}" srcOrd="0" destOrd="2" presId="urn:microsoft.com/office/officeart/2005/8/layout/hList2"/>
    <dgm:cxn modelId="{4BF9CCAB-BCBF-4A20-8210-CA4C43277CE2}" srcId="{D834DA7E-1A34-4CF6-A052-C11110BC28F8}" destId="{66E1A6A5-588E-466E-9DEB-D5561CD88BC9}" srcOrd="4" destOrd="0" parTransId="{752C095A-A983-463A-AC2A-D95996B7A06B}" sibTransId="{6B8990B6-24B7-4C1C-986B-DDDD8F844874}"/>
    <dgm:cxn modelId="{BFB431AC-2DF7-496F-98F9-DA682FDF0063}" type="presOf" srcId="{2D955721-DB20-4AD1-8031-7DDC70EEF5D3}" destId="{9B4AA897-CF8B-42E2-AF03-5E25D90C4826}" srcOrd="0" destOrd="1" presId="urn:microsoft.com/office/officeart/2005/8/layout/hList2"/>
    <dgm:cxn modelId="{880CBDAE-EEA3-4368-928A-465B5E48C4ED}" type="presOf" srcId="{AE7C93C1-293C-4053-98EF-1340474985E6}" destId="{EC274D41-008F-455A-BB58-B779BC70CA9D}" srcOrd="0" destOrd="0" presId="urn:microsoft.com/office/officeart/2005/8/layout/hList2"/>
    <dgm:cxn modelId="{CAD2C9B4-267D-4888-BA16-F4A96BDCFDF2}" srcId="{17C89DD6-A780-459F-825F-2E3932A16305}" destId="{63018BB6-E597-463B-9785-CE9C26D8DFCC}" srcOrd="0" destOrd="0" parTransId="{67C3C569-6665-483A-8FF4-2CF417156A28}" sibTransId="{0F778421-904D-4D6E-8825-55603EA622BD}"/>
    <dgm:cxn modelId="{A7BC41C0-9EFE-42F4-A663-C6114F312E99}" srcId="{022FAFDC-9C39-4FF7-BE48-1620A1715FDD}" destId="{77690621-0525-4FEE-A691-BCE2A1DDDC49}" srcOrd="0" destOrd="0" parTransId="{D3434A3B-8B95-40C5-995A-A0758AA1E70E}" sibTransId="{11005796-BB5B-41C6-984B-014E25B99F50}"/>
    <dgm:cxn modelId="{443AE7C8-4ADE-49B8-BBB7-AAAB48DD69B3}" type="presOf" srcId="{12288D58-A52C-4D95-961B-74D3A5F942DC}" destId="{5541C3BF-C2AC-42B3-A920-F52B1F0C5E9D}" srcOrd="0" destOrd="1" presId="urn:microsoft.com/office/officeart/2005/8/layout/hList2"/>
    <dgm:cxn modelId="{A0DC8AE2-C07B-44E0-BEFA-C42FCC3BBB5F}" srcId="{022FAFDC-9C39-4FF7-BE48-1620A1715FDD}" destId="{4E31E858-1C1D-4F66-B198-60470AA0C13E}" srcOrd="2" destOrd="0" parTransId="{1DDA56C6-EC96-41C7-92D3-A8D49F6E4F92}" sibTransId="{73D1A29E-1482-4D5B-ABDE-8D4C856099BD}"/>
    <dgm:cxn modelId="{D6EC7EE6-371F-4169-A404-3886FCFDCC2B}" type="presOf" srcId="{AFF35A42-D535-4932-9760-74018F874D69}" destId="{9B4AA897-CF8B-42E2-AF03-5E25D90C4826}" srcOrd="0" destOrd="2" presId="urn:microsoft.com/office/officeart/2005/8/layout/hList2"/>
    <dgm:cxn modelId="{D277C9E8-74AF-4C56-91E8-98EA35439B86}" srcId="{D834DA7E-1A34-4CF6-A052-C11110BC28F8}" destId="{424AEB7B-A0D8-4B96-B986-84A5A5E16D95}" srcOrd="3" destOrd="0" parTransId="{1ED5260C-8552-48A1-B63E-A0B67DB01700}" sibTransId="{C22F0C11-44B7-4989-A3A9-648C85D5328D}"/>
    <dgm:cxn modelId="{F05260EC-C7B8-4B6B-B298-3CEC8AC6874B}" srcId="{022FAFDC-9C39-4FF7-BE48-1620A1715FDD}" destId="{74043BAA-EE42-46A8-9ACA-D2D405EDEDFC}" srcOrd="3" destOrd="0" parTransId="{0D058064-447A-4D10-AC9A-AC0539B34D6D}" sibTransId="{DAD1F5CD-5099-4529-AA52-81E7FA26414C}"/>
    <dgm:cxn modelId="{FAE17EEF-740D-4EB3-9BCE-46875530EF19}" srcId="{17C89DD6-A780-459F-825F-2E3932A16305}" destId="{605C7CC2-F88A-4BE2-9117-8DCF31EFEF0E}" srcOrd="2" destOrd="0" parTransId="{1263C723-8682-4DE7-93C7-8995CC6E3F03}" sibTransId="{642148DA-49A7-4584-AB84-438A1A293651}"/>
    <dgm:cxn modelId="{713718FD-F84E-4603-AFE2-F9A08A0B27D1}" type="presOf" srcId="{74043BAA-EE42-46A8-9ACA-D2D405EDEDFC}" destId="{5541C3BF-C2AC-42B3-A920-F52B1F0C5E9D}" srcOrd="0" destOrd="3" presId="urn:microsoft.com/office/officeart/2005/8/layout/hList2"/>
    <dgm:cxn modelId="{08D099FD-A39C-4C81-A505-536B0FB4635F}" type="presOf" srcId="{CB286E17-768A-48F5-B1C7-058F651538FF}" destId="{213EBFA3-256B-4D00-BB0D-430B6ACE5FFB}" srcOrd="0" destOrd="1" presId="urn:microsoft.com/office/officeart/2005/8/layout/hList2"/>
    <dgm:cxn modelId="{6F6EB3CD-C105-4E13-BFF6-1530CB9F6830}" type="presParOf" srcId="{EC274D41-008F-455A-BB58-B779BC70CA9D}" destId="{C50AA5B4-FFBB-45EA-AB39-6EE38A9850F4}" srcOrd="0" destOrd="0" presId="urn:microsoft.com/office/officeart/2005/8/layout/hList2"/>
    <dgm:cxn modelId="{C8B8DE7E-3ACC-42AA-B00B-AB3CDEEBC547}" type="presParOf" srcId="{C50AA5B4-FFBB-45EA-AB39-6EE38A9850F4}" destId="{0B7FFD17-E7D3-4896-93A6-E8E34FEF5729}" srcOrd="0" destOrd="0" presId="urn:microsoft.com/office/officeart/2005/8/layout/hList2"/>
    <dgm:cxn modelId="{17A4213A-5C53-478E-98EB-AAB8422F8A0F}" type="presParOf" srcId="{C50AA5B4-FFBB-45EA-AB39-6EE38A9850F4}" destId="{213EBFA3-256B-4D00-BB0D-430B6ACE5FFB}" srcOrd="1" destOrd="0" presId="urn:microsoft.com/office/officeart/2005/8/layout/hList2"/>
    <dgm:cxn modelId="{2C5336B6-A035-4F7F-AE48-E09A9D552FCB}" type="presParOf" srcId="{C50AA5B4-FFBB-45EA-AB39-6EE38A9850F4}" destId="{86A16685-E1A9-4164-AD5F-3EA3EB348252}" srcOrd="2" destOrd="0" presId="urn:microsoft.com/office/officeart/2005/8/layout/hList2"/>
    <dgm:cxn modelId="{A719119E-796A-4D0C-8D9F-2986C1188B00}" type="presParOf" srcId="{EC274D41-008F-455A-BB58-B779BC70CA9D}" destId="{B9A57381-9414-4217-80EA-23CA1AA22747}" srcOrd="1" destOrd="0" presId="urn:microsoft.com/office/officeart/2005/8/layout/hList2"/>
    <dgm:cxn modelId="{09821A22-15B6-4F95-A8F7-5680FF8B3767}" type="presParOf" srcId="{EC274D41-008F-455A-BB58-B779BC70CA9D}" destId="{82B08810-1DCD-4177-96F8-23322B86AE2B}" srcOrd="2" destOrd="0" presId="urn:microsoft.com/office/officeart/2005/8/layout/hList2"/>
    <dgm:cxn modelId="{BF301437-B47E-44EB-9714-0B40E503913E}" type="presParOf" srcId="{82B08810-1DCD-4177-96F8-23322B86AE2B}" destId="{5923844C-7D9E-4398-B22A-E3BA7C2885CC}" srcOrd="0" destOrd="0" presId="urn:microsoft.com/office/officeart/2005/8/layout/hList2"/>
    <dgm:cxn modelId="{4A4425CD-EE5F-486C-8177-5C7BDE9DE434}" type="presParOf" srcId="{82B08810-1DCD-4177-96F8-23322B86AE2B}" destId="{5541C3BF-C2AC-42B3-A920-F52B1F0C5E9D}" srcOrd="1" destOrd="0" presId="urn:microsoft.com/office/officeart/2005/8/layout/hList2"/>
    <dgm:cxn modelId="{4F12C3E5-DEC0-4345-901F-4A32A3641BF4}" type="presParOf" srcId="{82B08810-1DCD-4177-96F8-23322B86AE2B}" destId="{D4C14FFB-4067-4B57-9137-BFF5005D2442}" srcOrd="2" destOrd="0" presId="urn:microsoft.com/office/officeart/2005/8/layout/hList2"/>
    <dgm:cxn modelId="{98826800-DFDF-421C-9010-48AC1ACF4740}" type="presParOf" srcId="{EC274D41-008F-455A-BB58-B779BC70CA9D}" destId="{21040843-AA5C-4464-9F49-E7B17055F9C6}" srcOrd="3" destOrd="0" presId="urn:microsoft.com/office/officeart/2005/8/layout/hList2"/>
    <dgm:cxn modelId="{501DC7D0-1144-4E93-8361-29B28CC96E9D}" type="presParOf" srcId="{EC274D41-008F-455A-BB58-B779BC70CA9D}" destId="{6C3FEEE0-9992-4DEB-81AB-18425F14FC79}" srcOrd="4" destOrd="0" presId="urn:microsoft.com/office/officeart/2005/8/layout/hList2"/>
    <dgm:cxn modelId="{EB2813EE-1A1D-444F-A47A-EB349523878A}" type="presParOf" srcId="{6C3FEEE0-9992-4DEB-81AB-18425F14FC79}" destId="{5F16078B-F4C0-496D-919C-30F411ED3F17}" srcOrd="0" destOrd="0" presId="urn:microsoft.com/office/officeart/2005/8/layout/hList2"/>
    <dgm:cxn modelId="{7C27DB29-F19D-4E54-B51A-AB1677D32C75}" type="presParOf" srcId="{6C3FEEE0-9992-4DEB-81AB-18425F14FC79}" destId="{9B4AA897-CF8B-42E2-AF03-5E25D90C4826}" srcOrd="1" destOrd="0" presId="urn:microsoft.com/office/officeart/2005/8/layout/hList2"/>
    <dgm:cxn modelId="{A41DD35A-8093-4F48-A668-45D2BA245599}" type="presParOf" srcId="{6C3FEEE0-9992-4DEB-81AB-18425F14FC79}" destId="{CF0505A5-FA0B-4F09-8A6C-7DD147AE6DE3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7F65B1-D06A-473B-82DD-525170D2EB4F}" type="doc">
      <dgm:prSet loTypeId="urn:microsoft.com/office/officeart/2005/8/layout/cycle2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ED25B90-536C-49BD-A8B8-553B8780A3BB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+mj-lt"/>
            </a:rPr>
            <a:t>Audio Transcription </a:t>
          </a:r>
          <a:r>
            <a:rPr lang="en-US" sz="2000" dirty="0">
              <a:latin typeface="+mj-lt"/>
            </a:rPr>
            <a:t>-Faster Whisper (local ASR model</a:t>
          </a:r>
          <a:r>
            <a:rPr lang="en-US" sz="1800" dirty="0"/>
            <a:t>)</a:t>
          </a:r>
          <a:endParaRPr lang="en-IN" sz="1800" dirty="0"/>
        </a:p>
      </dgm:t>
    </dgm:pt>
    <dgm:pt modelId="{E37B438D-FB1A-4D9A-B201-39A6DEFF1C3B}" type="parTrans" cxnId="{B2F4F902-FD42-4CEE-83B2-3404CD625C1B}">
      <dgm:prSet/>
      <dgm:spPr/>
      <dgm:t>
        <a:bodyPr/>
        <a:lstStyle/>
        <a:p>
          <a:endParaRPr lang="en-IN"/>
        </a:p>
      </dgm:t>
    </dgm:pt>
    <dgm:pt modelId="{8FCBED8B-6E21-4289-BFC1-E30575C1F798}" type="sibTrans" cxnId="{B2F4F902-FD42-4CEE-83B2-3404CD625C1B}">
      <dgm:prSet/>
      <dgm:spPr/>
      <dgm:t>
        <a:bodyPr/>
        <a:lstStyle/>
        <a:p>
          <a:endParaRPr lang="en-IN"/>
        </a:p>
      </dgm:t>
    </dgm:pt>
    <dgm:pt modelId="{7C966944-B37A-423F-8455-4ECDA3CC9EE4}">
      <dgm:prSet phldrT="[Text]" custT="1"/>
      <dgm:spPr/>
      <dgm:t>
        <a:bodyPr/>
        <a:lstStyle/>
        <a:p>
          <a:pPr>
            <a:buNone/>
          </a:pPr>
          <a:r>
            <a:rPr lang="en-IN" sz="2000" b="1" dirty="0">
              <a:latin typeface="+mn-lt"/>
            </a:rPr>
            <a:t>Backend</a:t>
          </a:r>
        </a:p>
        <a:p>
          <a:pPr>
            <a:buNone/>
          </a:pPr>
          <a:r>
            <a:rPr lang="en-IN" sz="2000" dirty="0">
              <a:latin typeface="+mn-lt"/>
            </a:rPr>
            <a:t>Python, Flask</a:t>
          </a:r>
        </a:p>
        <a:p>
          <a:pPr>
            <a:buNone/>
          </a:pPr>
          <a:r>
            <a:rPr lang="en-IN" sz="2000" b="1" dirty="0"/>
            <a:t>Frontend</a:t>
          </a:r>
        </a:p>
        <a:p>
          <a:pPr>
            <a:buNone/>
          </a:pPr>
          <a:r>
            <a:rPr lang="en-IN" sz="2000" dirty="0"/>
            <a:t>HTML, CSS, JavaScript</a:t>
          </a:r>
          <a:endParaRPr lang="en-IN" sz="2000" dirty="0">
            <a:latin typeface="+mn-lt"/>
          </a:endParaRPr>
        </a:p>
      </dgm:t>
    </dgm:pt>
    <dgm:pt modelId="{482919C2-2F60-40E0-ADD7-8BB90AC38F36}" type="parTrans" cxnId="{E5BE58AC-D6F6-4851-B625-77D01181C641}">
      <dgm:prSet/>
      <dgm:spPr/>
      <dgm:t>
        <a:bodyPr/>
        <a:lstStyle/>
        <a:p>
          <a:endParaRPr lang="en-IN"/>
        </a:p>
      </dgm:t>
    </dgm:pt>
    <dgm:pt modelId="{97611EFD-7F01-4430-A93C-E13C0F762BF8}" type="sibTrans" cxnId="{E5BE58AC-D6F6-4851-B625-77D01181C641}">
      <dgm:prSet/>
      <dgm:spPr/>
      <dgm:t>
        <a:bodyPr/>
        <a:lstStyle/>
        <a:p>
          <a:endParaRPr lang="en-IN"/>
        </a:p>
      </dgm:t>
    </dgm:pt>
    <dgm:pt modelId="{564DD083-2A1B-4AAD-815F-7581B7FFC69C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+mn-lt"/>
            </a:rPr>
            <a:t>NLP-  </a:t>
          </a:r>
          <a:r>
            <a:rPr lang="en-US" sz="2000" dirty="0">
              <a:latin typeface="+mn-lt"/>
            </a:rPr>
            <a:t>Sentence Tokenization, </a:t>
          </a:r>
          <a:r>
            <a:rPr lang="en-US" sz="2000" dirty="0" err="1">
              <a:latin typeface="+mn-lt"/>
            </a:rPr>
            <a:t>TextTiling</a:t>
          </a:r>
          <a:r>
            <a:rPr lang="en-US" sz="2000" dirty="0">
              <a:latin typeface="+mn-lt"/>
            </a:rPr>
            <a:t>, </a:t>
          </a:r>
          <a:r>
            <a:rPr lang="en-US" sz="2000" dirty="0" err="1">
              <a:latin typeface="+mn-lt"/>
            </a:rPr>
            <a:t>KeyBERT</a:t>
          </a:r>
          <a:endParaRPr lang="en-IN" sz="2000" dirty="0">
            <a:latin typeface="+mn-lt"/>
          </a:endParaRPr>
        </a:p>
      </dgm:t>
    </dgm:pt>
    <dgm:pt modelId="{12AB773A-9FA3-4749-8052-5E103B39B2FB}" type="parTrans" cxnId="{B55514F7-8162-42B7-809C-5101FE341A7C}">
      <dgm:prSet/>
      <dgm:spPr/>
      <dgm:t>
        <a:bodyPr/>
        <a:lstStyle/>
        <a:p>
          <a:endParaRPr lang="en-IN"/>
        </a:p>
      </dgm:t>
    </dgm:pt>
    <dgm:pt modelId="{155B3F92-3886-48B3-8426-0AAF52F10346}" type="sibTrans" cxnId="{B55514F7-8162-42B7-809C-5101FE341A7C}">
      <dgm:prSet/>
      <dgm:spPr/>
      <dgm:t>
        <a:bodyPr/>
        <a:lstStyle/>
        <a:p>
          <a:endParaRPr lang="en-IN"/>
        </a:p>
      </dgm:t>
    </dgm:pt>
    <dgm:pt modelId="{8F971BDD-E664-4036-819F-913E11711A4F}">
      <dgm:prSet phldrT="[Text]"/>
      <dgm:spPr/>
      <dgm:t>
        <a:bodyPr/>
        <a:lstStyle/>
        <a:p>
          <a:pPr>
            <a:buNone/>
          </a:pPr>
          <a:r>
            <a:rPr lang="en-US" b="1" dirty="0"/>
            <a:t>Visualization</a:t>
          </a:r>
        </a:p>
        <a:p>
          <a:pPr>
            <a:buNone/>
          </a:pPr>
          <a:r>
            <a:rPr lang="en-US" dirty="0"/>
            <a:t>Chart.js or custom keyword bar graphs</a:t>
          </a:r>
          <a:endParaRPr lang="en-IN" dirty="0"/>
        </a:p>
      </dgm:t>
    </dgm:pt>
    <dgm:pt modelId="{57617913-D06A-466D-9922-8BA38225565D}" type="parTrans" cxnId="{C72E21C7-26C1-48F8-9F67-6F1DB3480491}">
      <dgm:prSet/>
      <dgm:spPr/>
      <dgm:t>
        <a:bodyPr/>
        <a:lstStyle/>
        <a:p>
          <a:endParaRPr lang="en-IN"/>
        </a:p>
      </dgm:t>
    </dgm:pt>
    <dgm:pt modelId="{DD9FA60D-F420-4B01-A61E-3E93EDA1D101}" type="sibTrans" cxnId="{C72E21C7-26C1-48F8-9F67-6F1DB3480491}">
      <dgm:prSet/>
      <dgm:spPr/>
      <dgm:t>
        <a:bodyPr/>
        <a:lstStyle/>
        <a:p>
          <a:endParaRPr lang="en-IN"/>
        </a:p>
      </dgm:t>
    </dgm:pt>
    <dgm:pt modelId="{F4F1AA0A-F820-4BC4-8662-1BBE7E4093F1}">
      <dgm:prSet phldrT="[Text]" custT="1"/>
      <dgm:spPr/>
      <dgm:t>
        <a:bodyPr/>
        <a:lstStyle/>
        <a:p>
          <a:pPr algn="ctr">
            <a:buNone/>
          </a:pPr>
          <a:r>
            <a:rPr lang="en-US" sz="2000" b="1" dirty="0">
              <a:latin typeface="+mn-lt"/>
            </a:rPr>
            <a:t>Summarization  -  </a:t>
          </a:r>
          <a:r>
            <a:rPr lang="en-US" sz="2000" dirty="0">
              <a:latin typeface="+mn-lt"/>
            </a:rPr>
            <a:t>Extractive     summary generation (  BERT-based)</a:t>
          </a:r>
          <a:endParaRPr lang="en-IN" sz="2000" dirty="0">
            <a:latin typeface="+mn-lt"/>
          </a:endParaRPr>
        </a:p>
      </dgm:t>
    </dgm:pt>
    <dgm:pt modelId="{EA893305-49D0-471E-94F1-A53CBE3DA0DD}" type="sibTrans" cxnId="{FFFF2AEA-8E41-4DBE-BD2A-78DACD00BF1D}">
      <dgm:prSet/>
      <dgm:spPr/>
      <dgm:t>
        <a:bodyPr/>
        <a:lstStyle/>
        <a:p>
          <a:endParaRPr lang="en-IN"/>
        </a:p>
      </dgm:t>
    </dgm:pt>
    <dgm:pt modelId="{89A83A94-8570-49FD-B607-213208B7DBA2}" type="parTrans" cxnId="{FFFF2AEA-8E41-4DBE-BD2A-78DACD00BF1D}">
      <dgm:prSet/>
      <dgm:spPr/>
      <dgm:t>
        <a:bodyPr/>
        <a:lstStyle/>
        <a:p>
          <a:endParaRPr lang="en-IN"/>
        </a:p>
      </dgm:t>
    </dgm:pt>
    <dgm:pt modelId="{930D823F-BEB2-4141-B676-FACA8CFC34D6}" type="pres">
      <dgm:prSet presAssocID="{807F65B1-D06A-473B-82DD-525170D2EB4F}" presName="cycle" presStyleCnt="0">
        <dgm:presLayoutVars>
          <dgm:dir/>
          <dgm:resizeHandles val="exact"/>
        </dgm:presLayoutVars>
      </dgm:prSet>
      <dgm:spPr/>
    </dgm:pt>
    <dgm:pt modelId="{3E3647B1-361B-4A3C-8CC3-66517EF81FD5}" type="pres">
      <dgm:prSet presAssocID="{EED25B90-536C-49BD-A8B8-553B8780A3BB}" presName="node" presStyleLbl="node1" presStyleIdx="0" presStyleCnt="5">
        <dgm:presLayoutVars>
          <dgm:bulletEnabled val="1"/>
        </dgm:presLayoutVars>
      </dgm:prSet>
      <dgm:spPr/>
    </dgm:pt>
    <dgm:pt modelId="{6F6ED07D-D261-4B9C-A4FF-4B036BF78D0B}" type="pres">
      <dgm:prSet presAssocID="{8FCBED8B-6E21-4289-BFC1-E30575C1F798}" presName="sibTrans" presStyleLbl="sibTrans2D1" presStyleIdx="0" presStyleCnt="5"/>
      <dgm:spPr/>
    </dgm:pt>
    <dgm:pt modelId="{B0F38B6F-DF75-4966-9FAF-6E2DC7E01AC3}" type="pres">
      <dgm:prSet presAssocID="{8FCBED8B-6E21-4289-BFC1-E30575C1F798}" presName="connectorText" presStyleLbl="sibTrans2D1" presStyleIdx="0" presStyleCnt="5"/>
      <dgm:spPr/>
    </dgm:pt>
    <dgm:pt modelId="{6049E901-923E-44AE-91BE-106FFFED792E}" type="pres">
      <dgm:prSet presAssocID="{7C966944-B37A-423F-8455-4ECDA3CC9EE4}" presName="node" presStyleLbl="node1" presStyleIdx="1" presStyleCnt="5">
        <dgm:presLayoutVars>
          <dgm:bulletEnabled val="1"/>
        </dgm:presLayoutVars>
      </dgm:prSet>
      <dgm:spPr/>
    </dgm:pt>
    <dgm:pt modelId="{1F4C5D28-077B-4BC6-ABB0-F326EFD1EA1E}" type="pres">
      <dgm:prSet presAssocID="{97611EFD-7F01-4430-A93C-E13C0F762BF8}" presName="sibTrans" presStyleLbl="sibTrans2D1" presStyleIdx="1" presStyleCnt="5"/>
      <dgm:spPr/>
    </dgm:pt>
    <dgm:pt modelId="{21E6B263-18AB-429B-9178-4760BFD8D361}" type="pres">
      <dgm:prSet presAssocID="{97611EFD-7F01-4430-A93C-E13C0F762BF8}" presName="connectorText" presStyleLbl="sibTrans2D1" presStyleIdx="1" presStyleCnt="5"/>
      <dgm:spPr/>
    </dgm:pt>
    <dgm:pt modelId="{4C07F548-23AB-4FC8-9698-4C9ED01F2572}" type="pres">
      <dgm:prSet presAssocID="{564DD083-2A1B-4AAD-815F-7581B7FFC69C}" presName="node" presStyleLbl="node1" presStyleIdx="2" presStyleCnt="5" custScaleX="101485">
        <dgm:presLayoutVars>
          <dgm:bulletEnabled val="1"/>
        </dgm:presLayoutVars>
      </dgm:prSet>
      <dgm:spPr/>
    </dgm:pt>
    <dgm:pt modelId="{ECE6FDF4-40CF-4D87-AE57-5CD27ACB8F9B}" type="pres">
      <dgm:prSet presAssocID="{155B3F92-3886-48B3-8426-0AAF52F10346}" presName="sibTrans" presStyleLbl="sibTrans2D1" presStyleIdx="2" presStyleCnt="5"/>
      <dgm:spPr/>
    </dgm:pt>
    <dgm:pt modelId="{118D36F4-E355-4C20-AC2F-6F0D277B4213}" type="pres">
      <dgm:prSet presAssocID="{155B3F92-3886-48B3-8426-0AAF52F10346}" presName="connectorText" presStyleLbl="sibTrans2D1" presStyleIdx="2" presStyleCnt="5"/>
      <dgm:spPr/>
    </dgm:pt>
    <dgm:pt modelId="{24260BD5-5CFF-4EFC-8767-60D03B86EB30}" type="pres">
      <dgm:prSet presAssocID="{F4F1AA0A-F820-4BC4-8662-1BBE7E4093F1}" presName="node" presStyleLbl="node1" presStyleIdx="3" presStyleCnt="5" custScaleX="138074" custScaleY="94022" custRadScaleRad="99134" custRadScaleInc="-1930">
        <dgm:presLayoutVars>
          <dgm:bulletEnabled val="1"/>
        </dgm:presLayoutVars>
      </dgm:prSet>
      <dgm:spPr/>
    </dgm:pt>
    <dgm:pt modelId="{03E6A7C4-46F8-4680-86DA-EC06ED7F6BCD}" type="pres">
      <dgm:prSet presAssocID="{EA893305-49D0-471E-94F1-A53CBE3DA0DD}" presName="sibTrans" presStyleLbl="sibTrans2D1" presStyleIdx="3" presStyleCnt="5"/>
      <dgm:spPr/>
    </dgm:pt>
    <dgm:pt modelId="{05714A3C-880A-4FB7-AA4A-07ED28875975}" type="pres">
      <dgm:prSet presAssocID="{EA893305-49D0-471E-94F1-A53CBE3DA0DD}" presName="connectorText" presStyleLbl="sibTrans2D1" presStyleIdx="3" presStyleCnt="5"/>
      <dgm:spPr/>
    </dgm:pt>
    <dgm:pt modelId="{57C627A8-D061-43F7-8FC9-B357C61FDF53}" type="pres">
      <dgm:prSet presAssocID="{8F971BDD-E664-4036-819F-913E11711A4F}" presName="node" presStyleLbl="node1" presStyleIdx="4" presStyleCnt="5">
        <dgm:presLayoutVars>
          <dgm:bulletEnabled val="1"/>
        </dgm:presLayoutVars>
      </dgm:prSet>
      <dgm:spPr/>
    </dgm:pt>
    <dgm:pt modelId="{07A3C8EA-36E2-4482-AD46-B71452CD6CF1}" type="pres">
      <dgm:prSet presAssocID="{DD9FA60D-F420-4B01-A61E-3E93EDA1D101}" presName="sibTrans" presStyleLbl="sibTrans2D1" presStyleIdx="4" presStyleCnt="5"/>
      <dgm:spPr/>
    </dgm:pt>
    <dgm:pt modelId="{412753A3-BB54-46ED-A907-AD8847423876}" type="pres">
      <dgm:prSet presAssocID="{DD9FA60D-F420-4B01-A61E-3E93EDA1D101}" presName="connectorText" presStyleLbl="sibTrans2D1" presStyleIdx="4" presStyleCnt="5"/>
      <dgm:spPr/>
    </dgm:pt>
  </dgm:ptLst>
  <dgm:cxnLst>
    <dgm:cxn modelId="{B2F4F902-FD42-4CEE-83B2-3404CD625C1B}" srcId="{807F65B1-D06A-473B-82DD-525170D2EB4F}" destId="{EED25B90-536C-49BD-A8B8-553B8780A3BB}" srcOrd="0" destOrd="0" parTransId="{E37B438D-FB1A-4D9A-B201-39A6DEFF1C3B}" sibTransId="{8FCBED8B-6E21-4289-BFC1-E30575C1F798}"/>
    <dgm:cxn modelId="{02DCB61E-198F-4EA5-8C38-15DCE0C7B255}" type="presOf" srcId="{564DD083-2A1B-4AAD-815F-7581B7FFC69C}" destId="{4C07F548-23AB-4FC8-9698-4C9ED01F2572}" srcOrd="0" destOrd="0" presId="urn:microsoft.com/office/officeart/2005/8/layout/cycle2"/>
    <dgm:cxn modelId="{7616E434-6F15-454D-B924-D38DD4C8EB18}" type="presOf" srcId="{155B3F92-3886-48B3-8426-0AAF52F10346}" destId="{ECE6FDF4-40CF-4D87-AE57-5CD27ACB8F9B}" srcOrd="0" destOrd="0" presId="urn:microsoft.com/office/officeart/2005/8/layout/cycle2"/>
    <dgm:cxn modelId="{53FF3B3F-D622-44C9-A4EA-966595DE7F20}" type="presOf" srcId="{8F971BDD-E664-4036-819F-913E11711A4F}" destId="{57C627A8-D061-43F7-8FC9-B357C61FDF53}" srcOrd="0" destOrd="0" presId="urn:microsoft.com/office/officeart/2005/8/layout/cycle2"/>
    <dgm:cxn modelId="{099F5265-8CDA-452E-9C5F-565BA1148A63}" type="presOf" srcId="{8FCBED8B-6E21-4289-BFC1-E30575C1F798}" destId="{6F6ED07D-D261-4B9C-A4FF-4B036BF78D0B}" srcOrd="0" destOrd="0" presId="urn:microsoft.com/office/officeart/2005/8/layout/cycle2"/>
    <dgm:cxn modelId="{E62E5150-3F2E-4742-BE04-C939075B554C}" type="presOf" srcId="{97611EFD-7F01-4430-A93C-E13C0F762BF8}" destId="{1F4C5D28-077B-4BC6-ABB0-F326EFD1EA1E}" srcOrd="0" destOrd="0" presId="urn:microsoft.com/office/officeart/2005/8/layout/cycle2"/>
    <dgm:cxn modelId="{9892D355-BDD1-4C71-AE14-AAA4872D7CBD}" type="presOf" srcId="{807F65B1-D06A-473B-82DD-525170D2EB4F}" destId="{930D823F-BEB2-4141-B676-FACA8CFC34D6}" srcOrd="0" destOrd="0" presId="urn:microsoft.com/office/officeart/2005/8/layout/cycle2"/>
    <dgm:cxn modelId="{135BD08B-5BB0-4C2D-948A-4258BF430668}" type="presOf" srcId="{DD9FA60D-F420-4B01-A61E-3E93EDA1D101}" destId="{412753A3-BB54-46ED-A907-AD8847423876}" srcOrd="1" destOrd="0" presId="urn:microsoft.com/office/officeart/2005/8/layout/cycle2"/>
    <dgm:cxn modelId="{6D743A9A-5005-4F94-A76D-D746DDB60BD8}" type="presOf" srcId="{8FCBED8B-6E21-4289-BFC1-E30575C1F798}" destId="{B0F38B6F-DF75-4966-9FAF-6E2DC7E01AC3}" srcOrd="1" destOrd="0" presId="urn:microsoft.com/office/officeart/2005/8/layout/cycle2"/>
    <dgm:cxn modelId="{13EED59E-2A50-4E03-A17D-C84132E546AD}" type="presOf" srcId="{EED25B90-536C-49BD-A8B8-553B8780A3BB}" destId="{3E3647B1-361B-4A3C-8CC3-66517EF81FD5}" srcOrd="0" destOrd="0" presId="urn:microsoft.com/office/officeart/2005/8/layout/cycle2"/>
    <dgm:cxn modelId="{E5BE58AC-D6F6-4851-B625-77D01181C641}" srcId="{807F65B1-D06A-473B-82DD-525170D2EB4F}" destId="{7C966944-B37A-423F-8455-4ECDA3CC9EE4}" srcOrd="1" destOrd="0" parTransId="{482919C2-2F60-40E0-ADD7-8BB90AC38F36}" sibTransId="{97611EFD-7F01-4430-A93C-E13C0F762BF8}"/>
    <dgm:cxn modelId="{19DF33C5-7998-44F9-924F-2C889275DF37}" type="presOf" srcId="{155B3F92-3886-48B3-8426-0AAF52F10346}" destId="{118D36F4-E355-4C20-AC2F-6F0D277B4213}" srcOrd="1" destOrd="0" presId="urn:microsoft.com/office/officeart/2005/8/layout/cycle2"/>
    <dgm:cxn modelId="{F34153C5-DA95-475D-AFBC-535BE2E8F7E9}" type="presOf" srcId="{EA893305-49D0-471E-94F1-A53CBE3DA0DD}" destId="{03E6A7C4-46F8-4680-86DA-EC06ED7F6BCD}" srcOrd="0" destOrd="0" presId="urn:microsoft.com/office/officeart/2005/8/layout/cycle2"/>
    <dgm:cxn modelId="{E2F6CEC6-C32F-4D3E-87AB-09796077EFE9}" type="presOf" srcId="{F4F1AA0A-F820-4BC4-8662-1BBE7E4093F1}" destId="{24260BD5-5CFF-4EFC-8767-60D03B86EB30}" srcOrd="0" destOrd="0" presId="urn:microsoft.com/office/officeart/2005/8/layout/cycle2"/>
    <dgm:cxn modelId="{C72E21C7-26C1-48F8-9F67-6F1DB3480491}" srcId="{807F65B1-D06A-473B-82DD-525170D2EB4F}" destId="{8F971BDD-E664-4036-819F-913E11711A4F}" srcOrd="4" destOrd="0" parTransId="{57617913-D06A-466D-9922-8BA38225565D}" sibTransId="{DD9FA60D-F420-4B01-A61E-3E93EDA1D101}"/>
    <dgm:cxn modelId="{483970E7-D519-409E-A398-989F1414464F}" type="presOf" srcId="{DD9FA60D-F420-4B01-A61E-3E93EDA1D101}" destId="{07A3C8EA-36E2-4482-AD46-B71452CD6CF1}" srcOrd="0" destOrd="0" presId="urn:microsoft.com/office/officeart/2005/8/layout/cycle2"/>
    <dgm:cxn modelId="{8195BCE9-8933-49F2-9745-D92E63E47CEF}" type="presOf" srcId="{7C966944-B37A-423F-8455-4ECDA3CC9EE4}" destId="{6049E901-923E-44AE-91BE-106FFFED792E}" srcOrd="0" destOrd="0" presId="urn:microsoft.com/office/officeart/2005/8/layout/cycle2"/>
    <dgm:cxn modelId="{FFFF2AEA-8E41-4DBE-BD2A-78DACD00BF1D}" srcId="{807F65B1-D06A-473B-82DD-525170D2EB4F}" destId="{F4F1AA0A-F820-4BC4-8662-1BBE7E4093F1}" srcOrd="3" destOrd="0" parTransId="{89A83A94-8570-49FD-B607-213208B7DBA2}" sibTransId="{EA893305-49D0-471E-94F1-A53CBE3DA0DD}"/>
    <dgm:cxn modelId="{1A77C7EA-DCD4-4D1D-8240-E7FA61A71774}" type="presOf" srcId="{97611EFD-7F01-4430-A93C-E13C0F762BF8}" destId="{21E6B263-18AB-429B-9178-4760BFD8D361}" srcOrd="1" destOrd="0" presId="urn:microsoft.com/office/officeart/2005/8/layout/cycle2"/>
    <dgm:cxn modelId="{AA7ED6ED-9532-4DD1-BEB2-1CF326B25891}" type="presOf" srcId="{EA893305-49D0-471E-94F1-A53CBE3DA0DD}" destId="{05714A3C-880A-4FB7-AA4A-07ED28875975}" srcOrd="1" destOrd="0" presId="urn:microsoft.com/office/officeart/2005/8/layout/cycle2"/>
    <dgm:cxn modelId="{B55514F7-8162-42B7-809C-5101FE341A7C}" srcId="{807F65B1-D06A-473B-82DD-525170D2EB4F}" destId="{564DD083-2A1B-4AAD-815F-7581B7FFC69C}" srcOrd="2" destOrd="0" parTransId="{12AB773A-9FA3-4749-8052-5E103B39B2FB}" sibTransId="{155B3F92-3886-48B3-8426-0AAF52F10346}"/>
    <dgm:cxn modelId="{CA5F5309-3696-4262-B068-F4970906BB0B}" type="presParOf" srcId="{930D823F-BEB2-4141-B676-FACA8CFC34D6}" destId="{3E3647B1-361B-4A3C-8CC3-66517EF81FD5}" srcOrd="0" destOrd="0" presId="urn:microsoft.com/office/officeart/2005/8/layout/cycle2"/>
    <dgm:cxn modelId="{031112CB-8A96-42F7-A4A3-192D8F4E5E7F}" type="presParOf" srcId="{930D823F-BEB2-4141-B676-FACA8CFC34D6}" destId="{6F6ED07D-D261-4B9C-A4FF-4B036BF78D0B}" srcOrd="1" destOrd="0" presId="urn:microsoft.com/office/officeart/2005/8/layout/cycle2"/>
    <dgm:cxn modelId="{C11AC378-A880-4493-AD0E-980C0392A160}" type="presParOf" srcId="{6F6ED07D-D261-4B9C-A4FF-4B036BF78D0B}" destId="{B0F38B6F-DF75-4966-9FAF-6E2DC7E01AC3}" srcOrd="0" destOrd="0" presId="urn:microsoft.com/office/officeart/2005/8/layout/cycle2"/>
    <dgm:cxn modelId="{5B858BB0-B158-4413-9F68-237BC99226EF}" type="presParOf" srcId="{930D823F-BEB2-4141-B676-FACA8CFC34D6}" destId="{6049E901-923E-44AE-91BE-106FFFED792E}" srcOrd="2" destOrd="0" presId="urn:microsoft.com/office/officeart/2005/8/layout/cycle2"/>
    <dgm:cxn modelId="{35D51ABD-609F-4959-BCF3-876D4E55C154}" type="presParOf" srcId="{930D823F-BEB2-4141-B676-FACA8CFC34D6}" destId="{1F4C5D28-077B-4BC6-ABB0-F326EFD1EA1E}" srcOrd="3" destOrd="0" presId="urn:microsoft.com/office/officeart/2005/8/layout/cycle2"/>
    <dgm:cxn modelId="{EE4B9334-F01E-4DFF-8D23-7A535801E4EF}" type="presParOf" srcId="{1F4C5D28-077B-4BC6-ABB0-F326EFD1EA1E}" destId="{21E6B263-18AB-429B-9178-4760BFD8D361}" srcOrd="0" destOrd="0" presId="urn:microsoft.com/office/officeart/2005/8/layout/cycle2"/>
    <dgm:cxn modelId="{DFF21398-C561-4E92-BDD4-ED458ACADF37}" type="presParOf" srcId="{930D823F-BEB2-4141-B676-FACA8CFC34D6}" destId="{4C07F548-23AB-4FC8-9698-4C9ED01F2572}" srcOrd="4" destOrd="0" presId="urn:microsoft.com/office/officeart/2005/8/layout/cycle2"/>
    <dgm:cxn modelId="{311869BC-31F5-48C2-B7A7-A6976A58D4D4}" type="presParOf" srcId="{930D823F-BEB2-4141-B676-FACA8CFC34D6}" destId="{ECE6FDF4-40CF-4D87-AE57-5CD27ACB8F9B}" srcOrd="5" destOrd="0" presId="urn:microsoft.com/office/officeart/2005/8/layout/cycle2"/>
    <dgm:cxn modelId="{5546CD32-22B6-43EE-BDE7-7E503FE085C6}" type="presParOf" srcId="{ECE6FDF4-40CF-4D87-AE57-5CD27ACB8F9B}" destId="{118D36F4-E355-4C20-AC2F-6F0D277B4213}" srcOrd="0" destOrd="0" presId="urn:microsoft.com/office/officeart/2005/8/layout/cycle2"/>
    <dgm:cxn modelId="{97CF655F-9C88-4857-8E63-080BB3A2A130}" type="presParOf" srcId="{930D823F-BEB2-4141-B676-FACA8CFC34D6}" destId="{24260BD5-5CFF-4EFC-8767-60D03B86EB30}" srcOrd="6" destOrd="0" presId="urn:microsoft.com/office/officeart/2005/8/layout/cycle2"/>
    <dgm:cxn modelId="{B6AE7B88-A9A5-4009-9C2E-BECE3938F19C}" type="presParOf" srcId="{930D823F-BEB2-4141-B676-FACA8CFC34D6}" destId="{03E6A7C4-46F8-4680-86DA-EC06ED7F6BCD}" srcOrd="7" destOrd="0" presId="urn:microsoft.com/office/officeart/2005/8/layout/cycle2"/>
    <dgm:cxn modelId="{9DF119B9-CB90-4F39-9E29-2D250CA2AB95}" type="presParOf" srcId="{03E6A7C4-46F8-4680-86DA-EC06ED7F6BCD}" destId="{05714A3C-880A-4FB7-AA4A-07ED28875975}" srcOrd="0" destOrd="0" presId="urn:microsoft.com/office/officeart/2005/8/layout/cycle2"/>
    <dgm:cxn modelId="{3A2977CF-51CB-4ECE-8DF9-F47D20A2D62C}" type="presParOf" srcId="{930D823F-BEB2-4141-B676-FACA8CFC34D6}" destId="{57C627A8-D061-43F7-8FC9-B357C61FDF53}" srcOrd="8" destOrd="0" presId="urn:microsoft.com/office/officeart/2005/8/layout/cycle2"/>
    <dgm:cxn modelId="{828745C7-3D28-4B5F-B772-F46C3FFBAC4E}" type="presParOf" srcId="{930D823F-BEB2-4141-B676-FACA8CFC34D6}" destId="{07A3C8EA-36E2-4482-AD46-B71452CD6CF1}" srcOrd="9" destOrd="0" presId="urn:microsoft.com/office/officeart/2005/8/layout/cycle2"/>
    <dgm:cxn modelId="{88D4DD87-9D73-4805-8E45-46AE1E4D3314}" type="presParOf" srcId="{07A3C8EA-36E2-4482-AD46-B71452CD6CF1}" destId="{412753A3-BB54-46ED-A907-AD8847423876}" srcOrd="0" destOrd="0" presId="urn:microsoft.com/office/officeart/2005/8/layout/cycle2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FED16D-A8A7-4233-BD7B-BC26B3D3D9AE}" type="doc">
      <dgm:prSet loTypeId="urn:microsoft.com/office/officeart/2005/8/layout/p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CDE1351-775A-4CB1-ADC4-3B1EAE529A27}">
      <dgm:prSet phldrT="[Text]" phldr="0"/>
      <dgm:spPr/>
      <dgm:t>
        <a:bodyPr/>
        <a:lstStyle/>
        <a:p>
          <a:r>
            <a:rPr lang="en-US" dirty="0"/>
            <a:t>UI</a:t>
          </a:r>
          <a:endParaRPr lang="en-IN" dirty="0"/>
        </a:p>
      </dgm:t>
    </dgm:pt>
    <dgm:pt modelId="{CCD504D7-16CB-4C17-AF86-38C7CA62C9E0}" type="parTrans" cxnId="{03DA0E89-248C-408D-9313-9A541B9BD6B0}">
      <dgm:prSet/>
      <dgm:spPr/>
      <dgm:t>
        <a:bodyPr/>
        <a:lstStyle/>
        <a:p>
          <a:endParaRPr lang="en-IN"/>
        </a:p>
      </dgm:t>
    </dgm:pt>
    <dgm:pt modelId="{162C8AA6-D3DE-4288-BC51-AB4B3ED9940B}" type="sibTrans" cxnId="{03DA0E89-248C-408D-9313-9A541B9BD6B0}">
      <dgm:prSet/>
      <dgm:spPr/>
      <dgm:t>
        <a:bodyPr/>
        <a:lstStyle/>
        <a:p>
          <a:endParaRPr lang="en-IN"/>
        </a:p>
      </dgm:t>
    </dgm:pt>
    <dgm:pt modelId="{4341449C-115E-4B4A-84EB-1978DC3CCFC3}" type="pres">
      <dgm:prSet presAssocID="{2EFED16D-A8A7-4233-BD7B-BC26B3D3D9AE}" presName="Name0" presStyleCnt="0">
        <dgm:presLayoutVars>
          <dgm:dir/>
          <dgm:resizeHandles val="exact"/>
        </dgm:presLayoutVars>
      </dgm:prSet>
      <dgm:spPr/>
    </dgm:pt>
    <dgm:pt modelId="{B43D63BD-D8B8-4B95-80A9-3E6308D147A6}" type="pres">
      <dgm:prSet presAssocID="{0CDE1351-775A-4CB1-ADC4-3B1EAE529A27}" presName="compNode" presStyleCnt="0"/>
      <dgm:spPr/>
    </dgm:pt>
    <dgm:pt modelId="{391BA4DC-3B50-4DBC-A261-7BFB8C4819D6}" type="pres">
      <dgm:prSet presAssocID="{0CDE1351-775A-4CB1-ADC4-3B1EAE529A27}" presName="pictRect" presStyleLbl="node1" presStyleIdx="0" presStyleCnt="1" custScaleX="185405" custScaleY="208268" custLinFactNeighborX="1419" custLinFactNeighborY="-3229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6E4C4ED1-A418-4D50-94EE-1E175B540474}" type="pres">
      <dgm:prSet presAssocID="{0CDE1351-775A-4CB1-ADC4-3B1EAE529A27}" presName="textRect" presStyleLbl="revTx" presStyleIdx="0" presStyleCnt="1" custScaleX="89095" custScaleY="43989">
        <dgm:presLayoutVars>
          <dgm:bulletEnabled val="1"/>
        </dgm:presLayoutVars>
      </dgm:prSet>
      <dgm:spPr/>
    </dgm:pt>
  </dgm:ptLst>
  <dgm:cxnLst>
    <dgm:cxn modelId="{4381AE0B-361C-45C2-834C-F32BE4F57CD3}" type="presOf" srcId="{2EFED16D-A8A7-4233-BD7B-BC26B3D3D9AE}" destId="{4341449C-115E-4B4A-84EB-1978DC3CCFC3}" srcOrd="0" destOrd="0" presId="urn:microsoft.com/office/officeart/2005/8/layout/pList1"/>
    <dgm:cxn modelId="{03DA0E89-248C-408D-9313-9A541B9BD6B0}" srcId="{2EFED16D-A8A7-4233-BD7B-BC26B3D3D9AE}" destId="{0CDE1351-775A-4CB1-ADC4-3B1EAE529A27}" srcOrd="0" destOrd="0" parTransId="{CCD504D7-16CB-4C17-AF86-38C7CA62C9E0}" sibTransId="{162C8AA6-D3DE-4288-BC51-AB4B3ED9940B}"/>
    <dgm:cxn modelId="{411930B4-4359-467C-9226-715D0BC00F1B}" type="presOf" srcId="{0CDE1351-775A-4CB1-ADC4-3B1EAE529A27}" destId="{6E4C4ED1-A418-4D50-94EE-1E175B540474}" srcOrd="0" destOrd="0" presId="urn:microsoft.com/office/officeart/2005/8/layout/pList1"/>
    <dgm:cxn modelId="{88EA7ECE-7522-47B1-9201-D349872FB7E2}" type="presParOf" srcId="{4341449C-115E-4B4A-84EB-1978DC3CCFC3}" destId="{B43D63BD-D8B8-4B95-80A9-3E6308D147A6}" srcOrd="0" destOrd="0" presId="urn:microsoft.com/office/officeart/2005/8/layout/pList1"/>
    <dgm:cxn modelId="{426AA5D5-687E-4F5E-8E1F-8286F38D2408}" type="presParOf" srcId="{B43D63BD-D8B8-4B95-80A9-3E6308D147A6}" destId="{391BA4DC-3B50-4DBC-A261-7BFB8C4819D6}" srcOrd="0" destOrd="0" presId="urn:microsoft.com/office/officeart/2005/8/layout/pList1"/>
    <dgm:cxn modelId="{BF65210D-286D-434A-BBF4-191F7E26C2D0}" type="presParOf" srcId="{B43D63BD-D8B8-4B95-80A9-3E6308D147A6}" destId="{6E4C4ED1-A418-4D50-94EE-1E175B540474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16685-E1A9-4164-AD5F-3EA3EB348252}">
      <dsp:nvSpPr>
        <dsp:cNvPr id="0" name=""/>
        <dsp:cNvSpPr/>
      </dsp:nvSpPr>
      <dsp:spPr>
        <a:xfrm rot="16200000">
          <a:off x="-2698772" y="4229883"/>
          <a:ext cx="6419088" cy="719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34358" bIns="0" numCol="1" spcCol="1270" anchor="t" anchorCtr="0">
          <a:noAutofit/>
        </a:bodyPr>
        <a:lstStyle/>
        <a:p>
          <a:pPr marL="0" lvl="0" indent="0" algn="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100" kern="1200" dirty="0"/>
        </a:p>
      </dsp:txBody>
      <dsp:txXfrm>
        <a:off x="-2698772" y="4229883"/>
        <a:ext cx="6419088" cy="719271"/>
      </dsp:txXfrm>
    </dsp:sp>
    <dsp:sp modelId="{213EBFA3-256B-4D00-BB0D-430B6ACE5FFB}">
      <dsp:nvSpPr>
        <dsp:cNvPr id="0" name=""/>
        <dsp:cNvSpPr/>
      </dsp:nvSpPr>
      <dsp:spPr>
        <a:xfrm>
          <a:off x="950624" y="1491410"/>
          <a:ext cx="3324062" cy="62390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634358" rIns="256032" bIns="256032" numCol="1" spcCol="1270" anchor="t" anchorCtr="0">
          <a:noAutofit/>
        </a:bodyPr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600" b="1" kern="1200" dirty="0"/>
            <a:t>Convert spoken meeting content into written text</a:t>
          </a: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600" b="1" kern="1200" dirty="0"/>
            <a:t>I</a:t>
          </a:r>
          <a:r>
            <a:rPr lang="en-US" sz="3200" b="1" kern="1200" dirty="0"/>
            <a:t>dentify and separate different discussion topics</a:t>
          </a:r>
          <a:endParaRPr lang="en-IN" sz="3600" kern="1200" dirty="0"/>
        </a:p>
      </dsp:txBody>
      <dsp:txXfrm>
        <a:off x="950624" y="1491410"/>
        <a:ext cx="3324062" cy="6239096"/>
      </dsp:txXfrm>
    </dsp:sp>
    <dsp:sp modelId="{0B7FFD17-E7D3-4896-93A6-E8E34FEF5729}">
      <dsp:nvSpPr>
        <dsp:cNvPr id="0" name=""/>
        <dsp:cNvSpPr/>
      </dsp:nvSpPr>
      <dsp:spPr>
        <a:xfrm>
          <a:off x="151135" y="430536"/>
          <a:ext cx="1438543" cy="143854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C14FFB-4067-4B57-9137-BFF5005D2442}">
      <dsp:nvSpPr>
        <dsp:cNvPr id="0" name=""/>
        <dsp:cNvSpPr/>
      </dsp:nvSpPr>
      <dsp:spPr>
        <a:xfrm rot="16200000">
          <a:off x="2931767" y="4074563"/>
          <a:ext cx="5677554" cy="1029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34358" bIns="0" numCol="1" spcCol="1270" anchor="t" anchorCtr="0">
          <a:noAutofit/>
        </a:bodyPr>
        <a:lstStyle/>
        <a:p>
          <a:pPr marL="0" lvl="0" indent="0" algn="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400" kern="1200" dirty="0"/>
        </a:p>
      </dsp:txBody>
      <dsp:txXfrm>
        <a:off x="2931767" y="4074563"/>
        <a:ext cx="5677554" cy="1029910"/>
      </dsp:txXfrm>
    </dsp:sp>
    <dsp:sp modelId="{5541C3BF-C2AC-42B3-A920-F52B1F0C5E9D}">
      <dsp:nvSpPr>
        <dsp:cNvPr id="0" name=""/>
        <dsp:cNvSpPr/>
      </dsp:nvSpPr>
      <dsp:spPr>
        <a:xfrm flipH="1">
          <a:off x="5178767" y="1494812"/>
          <a:ext cx="4722224" cy="62697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634358" rIns="256032" bIns="256032" numCol="1" spcCol="1270" anchor="t" anchorCtr="0">
          <a:noAutofit/>
        </a:bodyPr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600" b="1" kern="1200" dirty="0"/>
            <a:t>Generate concise summaries and extracts key insights</a:t>
          </a:r>
          <a:endParaRPr lang="en-IN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3600" b="1" kern="1200" dirty="0"/>
            <a:t>Provide a user-friendly interface for navigating the  contents</a:t>
          </a:r>
          <a:endParaRPr lang="en-IN" sz="3600" kern="1200" dirty="0"/>
        </a:p>
      </dsp:txBody>
      <dsp:txXfrm>
        <a:off x="5178767" y="1494812"/>
        <a:ext cx="4722224" cy="6269780"/>
      </dsp:txXfrm>
    </dsp:sp>
    <dsp:sp modelId="{5923844C-7D9E-4398-B22A-E3BA7C2885CC}">
      <dsp:nvSpPr>
        <dsp:cNvPr id="0" name=""/>
        <dsp:cNvSpPr/>
      </dsp:nvSpPr>
      <dsp:spPr>
        <a:xfrm>
          <a:off x="6505266" y="413144"/>
          <a:ext cx="1438543" cy="143854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F0505A5-FA0B-4F09-8A6C-7DD147AE6DE3}">
      <dsp:nvSpPr>
        <dsp:cNvPr id="0" name=""/>
        <dsp:cNvSpPr/>
      </dsp:nvSpPr>
      <dsp:spPr>
        <a:xfrm rot="16200000">
          <a:off x="8383373" y="4144549"/>
          <a:ext cx="6419088" cy="719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34358" bIns="0" numCol="1" spcCol="1270" anchor="t" anchorCtr="0">
          <a:noAutofit/>
        </a:bodyPr>
        <a:lstStyle/>
        <a:p>
          <a:pPr marL="0" lvl="0" indent="0" algn="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100" kern="1200"/>
        </a:p>
      </dsp:txBody>
      <dsp:txXfrm>
        <a:off x="8383373" y="4144549"/>
        <a:ext cx="6419088" cy="719271"/>
      </dsp:txXfrm>
    </dsp:sp>
    <dsp:sp modelId="{9B4AA897-CF8B-42E2-AF03-5E25D90C4826}">
      <dsp:nvSpPr>
        <dsp:cNvPr id="0" name=""/>
        <dsp:cNvSpPr/>
      </dsp:nvSpPr>
      <dsp:spPr>
        <a:xfrm>
          <a:off x="11101420" y="1523352"/>
          <a:ext cx="3909086" cy="64680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7368" tIns="634358" rIns="277368" bIns="277368" numCol="1" spcCol="1270" anchor="t" anchorCtr="0">
          <a:noAutofit/>
        </a:bodyPr>
        <a:lstStyle/>
        <a:p>
          <a:pPr marL="285750" lvl="1" indent="-285750" algn="ctr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3900" b="1" kern="1200" dirty="0"/>
            <a:t>  </a:t>
          </a:r>
          <a:r>
            <a:rPr lang="en-US" sz="3600" b="1" kern="1200" dirty="0"/>
            <a:t>Support knowledge sharing by making meeting content easier to revisit and share with others</a:t>
          </a:r>
          <a:r>
            <a:rPr lang="en-US" sz="3600" kern="1200" dirty="0"/>
            <a:t>.</a:t>
          </a: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3600" kern="1200" dirty="0"/>
        </a:p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36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3900" kern="1200" dirty="0"/>
        </a:p>
      </dsp:txBody>
      <dsp:txXfrm>
        <a:off x="11101420" y="1523352"/>
        <a:ext cx="3909086" cy="6468001"/>
      </dsp:txXfrm>
    </dsp:sp>
    <dsp:sp modelId="{5F16078B-F4C0-496D-919C-30F411ED3F17}">
      <dsp:nvSpPr>
        <dsp:cNvPr id="0" name=""/>
        <dsp:cNvSpPr/>
      </dsp:nvSpPr>
      <dsp:spPr>
        <a:xfrm>
          <a:off x="10667998" y="661466"/>
          <a:ext cx="1476218" cy="126787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647B1-361B-4A3C-8CC3-66517EF81FD5}">
      <dsp:nvSpPr>
        <dsp:cNvPr id="0" name=""/>
        <dsp:cNvSpPr/>
      </dsp:nvSpPr>
      <dsp:spPr>
        <a:xfrm>
          <a:off x="6667881" y="2065"/>
          <a:ext cx="2437637" cy="24376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j-lt"/>
            </a:rPr>
            <a:t>Audio Transcription </a:t>
          </a:r>
          <a:r>
            <a:rPr lang="en-US" sz="2000" kern="1200" dirty="0">
              <a:latin typeface="+mj-lt"/>
            </a:rPr>
            <a:t>-Faster Whisper (local ASR model</a:t>
          </a:r>
          <a:r>
            <a:rPr lang="en-US" sz="1800" kern="1200" dirty="0"/>
            <a:t>)</a:t>
          </a:r>
          <a:endParaRPr lang="en-IN" sz="1800" kern="1200" dirty="0"/>
        </a:p>
      </dsp:txBody>
      <dsp:txXfrm>
        <a:off x="7024865" y="359049"/>
        <a:ext cx="1723669" cy="1723669"/>
      </dsp:txXfrm>
    </dsp:sp>
    <dsp:sp modelId="{6F6ED07D-D261-4B9C-A4FF-4B036BF78D0B}">
      <dsp:nvSpPr>
        <dsp:cNvPr id="0" name=""/>
        <dsp:cNvSpPr/>
      </dsp:nvSpPr>
      <dsp:spPr>
        <a:xfrm rot="2160000">
          <a:off x="9028712" y="1875008"/>
          <a:ext cx="648978" cy="8227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9047304" y="1982329"/>
        <a:ext cx="454285" cy="493622"/>
      </dsp:txXfrm>
    </dsp:sp>
    <dsp:sp modelId="{6049E901-923E-44AE-91BE-106FFFED792E}">
      <dsp:nvSpPr>
        <dsp:cNvPr id="0" name=""/>
        <dsp:cNvSpPr/>
      </dsp:nvSpPr>
      <dsp:spPr>
        <a:xfrm>
          <a:off x="9630603" y="2154608"/>
          <a:ext cx="2437637" cy="24376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+mn-lt"/>
            </a:rPr>
            <a:t>Backend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+mn-lt"/>
            </a:rPr>
            <a:t>Python, Flask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Frontend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HTML, CSS, JavaScript</a:t>
          </a:r>
          <a:endParaRPr lang="en-IN" sz="2000" kern="1200" dirty="0">
            <a:latin typeface="+mn-lt"/>
          </a:endParaRPr>
        </a:p>
      </dsp:txBody>
      <dsp:txXfrm>
        <a:off x="9987587" y="2511592"/>
        <a:ext cx="1723669" cy="1723669"/>
      </dsp:txXfrm>
    </dsp:sp>
    <dsp:sp modelId="{1F4C5D28-077B-4BC6-ABB0-F326EFD1EA1E}">
      <dsp:nvSpPr>
        <dsp:cNvPr id="0" name=""/>
        <dsp:cNvSpPr/>
      </dsp:nvSpPr>
      <dsp:spPr>
        <a:xfrm rot="6480000">
          <a:off x="9965481" y="4685270"/>
          <a:ext cx="648080" cy="8227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 rot="10800000">
        <a:off x="10092733" y="4757356"/>
        <a:ext cx="453656" cy="493622"/>
      </dsp:txXfrm>
    </dsp:sp>
    <dsp:sp modelId="{4C07F548-23AB-4FC8-9698-4C9ED01F2572}">
      <dsp:nvSpPr>
        <dsp:cNvPr id="0" name=""/>
        <dsp:cNvSpPr/>
      </dsp:nvSpPr>
      <dsp:spPr>
        <a:xfrm>
          <a:off x="8480844" y="5637497"/>
          <a:ext cx="2473836" cy="24376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n-lt"/>
            </a:rPr>
            <a:t>NLP-  </a:t>
          </a:r>
          <a:r>
            <a:rPr lang="en-US" sz="2000" kern="1200" dirty="0">
              <a:latin typeface="+mn-lt"/>
            </a:rPr>
            <a:t>Sentence Tokenization, </a:t>
          </a:r>
          <a:r>
            <a:rPr lang="en-US" sz="2000" kern="1200" dirty="0" err="1">
              <a:latin typeface="+mn-lt"/>
            </a:rPr>
            <a:t>TextTiling</a:t>
          </a:r>
          <a:r>
            <a:rPr lang="en-US" sz="2000" kern="1200" dirty="0">
              <a:latin typeface="+mn-lt"/>
            </a:rPr>
            <a:t>, </a:t>
          </a:r>
          <a:r>
            <a:rPr lang="en-US" sz="2000" kern="1200" dirty="0" err="1">
              <a:latin typeface="+mn-lt"/>
            </a:rPr>
            <a:t>KeyBERT</a:t>
          </a:r>
          <a:endParaRPr lang="en-IN" sz="2000" kern="1200" dirty="0">
            <a:latin typeface="+mn-lt"/>
          </a:endParaRPr>
        </a:p>
      </dsp:txBody>
      <dsp:txXfrm>
        <a:off x="8843129" y="5994481"/>
        <a:ext cx="1749266" cy="1723669"/>
      </dsp:txXfrm>
    </dsp:sp>
    <dsp:sp modelId="{ECE6FDF4-40CF-4D87-AE57-5CD27ACB8F9B}">
      <dsp:nvSpPr>
        <dsp:cNvPr id="0" name=""/>
        <dsp:cNvSpPr/>
      </dsp:nvSpPr>
      <dsp:spPr>
        <a:xfrm rot="10799997">
          <a:off x="7958808" y="6444965"/>
          <a:ext cx="368905" cy="8227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 rot="10800000">
        <a:off x="8069479" y="6609505"/>
        <a:ext cx="258234" cy="493622"/>
      </dsp:txXfrm>
    </dsp:sp>
    <dsp:sp modelId="{24260BD5-5CFF-4EFC-8767-60D03B86EB30}">
      <dsp:nvSpPr>
        <dsp:cNvPr id="0" name=""/>
        <dsp:cNvSpPr/>
      </dsp:nvSpPr>
      <dsp:spPr>
        <a:xfrm>
          <a:off x="4419052" y="5710360"/>
          <a:ext cx="3365743" cy="229191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n-lt"/>
            </a:rPr>
            <a:t>Summarization  -  </a:t>
          </a:r>
          <a:r>
            <a:rPr lang="en-US" sz="2000" kern="1200" dirty="0">
              <a:latin typeface="+mn-lt"/>
            </a:rPr>
            <a:t>Extractive     summary generation (  BERT-based)</a:t>
          </a:r>
          <a:endParaRPr lang="en-IN" sz="2000" kern="1200" dirty="0">
            <a:latin typeface="+mn-lt"/>
          </a:endParaRPr>
        </a:p>
      </dsp:txBody>
      <dsp:txXfrm>
        <a:off x="4911954" y="6046003"/>
        <a:ext cx="2379939" cy="1620629"/>
      </dsp:txXfrm>
    </dsp:sp>
    <dsp:sp modelId="{03E6A7C4-46F8-4680-86DA-EC06ED7F6BCD}">
      <dsp:nvSpPr>
        <dsp:cNvPr id="0" name=""/>
        <dsp:cNvSpPr/>
      </dsp:nvSpPr>
      <dsp:spPr>
        <a:xfrm rot="15078839">
          <a:off x="5186560" y="4740619"/>
          <a:ext cx="677876" cy="8227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 rot="10800000">
        <a:off x="5320818" y="5001481"/>
        <a:ext cx="474513" cy="493622"/>
      </dsp:txXfrm>
    </dsp:sp>
    <dsp:sp modelId="{57C627A8-D061-43F7-8FC9-B357C61FDF53}">
      <dsp:nvSpPr>
        <dsp:cNvPr id="0" name=""/>
        <dsp:cNvSpPr/>
      </dsp:nvSpPr>
      <dsp:spPr>
        <a:xfrm>
          <a:off x="3705159" y="2154608"/>
          <a:ext cx="2437637" cy="24376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Visualization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Chart.js or custom keyword bar graphs</a:t>
          </a:r>
          <a:endParaRPr lang="en-IN" sz="2200" kern="1200" dirty="0"/>
        </a:p>
      </dsp:txBody>
      <dsp:txXfrm>
        <a:off x="4062143" y="2511592"/>
        <a:ext cx="1723669" cy="1723669"/>
      </dsp:txXfrm>
    </dsp:sp>
    <dsp:sp modelId="{07A3C8EA-36E2-4482-AD46-B71452CD6CF1}">
      <dsp:nvSpPr>
        <dsp:cNvPr id="0" name=""/>
        <dsp:cNvSpPr/>
      </dsp:nvSpPr>
      <dsp:spPr>
        <a:xfrm rot="19440000">
          <a:off x="6065990" y="1896600"/>
          <a:ext cx="648978" cy="8227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6084582" y="2118359"/>
        <a:ext cx="454285" cy="4936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BA4DC-3B50-4DBC-A261-7BFB8C4819D6}">
      <dsp:nvSpPr>
        <dsp:cNvPr id="0" name=""/>
        <dsp:cNvSpPr/>
      </dsp:nvSpPr>
      <dsp:spPr>
        <a:xfrm>
          <a:off x="45124" y="0"/>
          <a:ext cx="9784675" cy="7572978"/>
        </a:xfrm>
        <a:prstGeom prst="round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4C4ED1-A418-4D50-94EE-1E175B540474}">
      <dsp:nvSpPr>
        <dsp:cNvPr id="0" name=""/>
        <dsp:cNvSpPr/>
      </dsp:nvSpPr>
      <dsp:spPr>
        <a:xfrm>
          <a:off x="2563923" y="6155311"/>
          <a:ext cx="4701953" cy="861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UI</a:t>
          </a:r>
          <a:endParaRPr lang="en-IN" sz="4000" kern="1200" dirty="0"/>
        </a:p>
      </dsp:txBody>
      <dsp:txXfrm>
        <a:off x="2563923" y="6155311"/>
        <a:ext cx="4701953" cy="8612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5B2A-1899-8ECC-43E6-14AE7DD41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8B511-9B75-575F-6724-BA3F9E04B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B1253-08BB-6225-7890-80ED0E27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80FC7-C44D-EEBD-A007-17A5BF59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01A1F-FA0D-0A7F-F843-BBEAF930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A544-3C00-C138-0886-FEB4F6C8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4B2B1-18C9-EED0-237C-3E1A58557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1FF7-F0B9-179A-7DE7-948FDC37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B4F34-6ED2-D0DE-ED55-0D71061C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5F68-9FF7-431E-C70C-694ED693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6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FCC9-6C1C-CEA5-2888-A0688E15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11B62-321D-0720-AA8B-530477B3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30700-4C08-F57E-41D4-8F01901E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5226-5936-B734-DB61-10F52A24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7403E-28A7-F261-1234-F21F8648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8BBA-5F22-C6F3-86AE-5C7061AE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7DEC-D221-983A-EBEA-23E7C2E4E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9D022-9B8B-FB23-1F2F-E9B629CA6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8AC14-CA9E-5B37-EE97-6E206693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A1537-89F0-B944-18C8-EF03A909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F91D9-BA79-F807-EA7D-15C94CDA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5469-C019-8E11-F4E9-4D591421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D188-5CB9-EDF1-320F-F2F6565B0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CEC71-AF37-6088-0E62-4B938163E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B43F1-1628-B943-368E-31EF7E318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4D5C9-C94E-5E77-63BA-4422973AA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26FCE-A5F7-C2B6-C974-F476206E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A9B0B-4C1C-DE75-5ECA-303A234F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D40B7-D2D5-1781-BCBA-B9018C2F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1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C83E-62D0-82AF-278E-DB132983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7C214-37FE-59E9-95F3-BD98F841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F3468-DF7C-C778-B4A2-711F3945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3EBE9-CB82-BC29-080B-BFDD5890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0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E9396-08A2-9142-33AA-6CC63A5F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8271A-EA4E-1F93-79FE-42D4F6A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D1160-0F19-4FF1-C0BB-092AF773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9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F6A8-40CC-652B-2D1F-DD2D8D93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7BC-CA51-3A6D-2637-D82F066A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60644-1454-DC6C-C249-E58D01A2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0D9F2-C39F-0A83-FF8E-C94D7808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D2D77-2E13-A23B-25A7-65CF8391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7673-AE6D-E2AB-19A3-FF9CF8EC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7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7149-6C24-D1FB-8112-8B6CABA7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D35B9-4723-63A7-8E1B-D72A8B5A2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BA218-7F17-45B0-89F0-68C987194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CB396-1026-90A0-2013-6D8FA255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4FDA9-E50F-2E1B-F8EB-C3C5C04E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72F76-2606-CE86-B87F-612433F9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19A7-C568-EB39-4BB4-442BB3D8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ACC9-77D0-BB49-936F-BD7CB35FA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8479F-D163-C544-30E5-52E3F21D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3A2E1-34B4-FA43-83AA-7B9391B2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FDA97-409C-3316-6306-6C52911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7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D6F20-7B1B-4D07-5D23-667D3472A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1986-BB28-08C9-A320-50B722C9C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403DD-F640-B748-8C20-561236BE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3BC9C-9E29-2622-7136-AA410AAB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1C6E-2202-FCCA-C6BE-F5B0947A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2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82A65-6AE2-9BAB-6963-B7C1345E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C7361-1929-03D8-8696-171EA01B7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AC570-25EB-1806-BE93-56E5AFA9A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299C-93FC-A59D-195D-1FA71835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EA240-42B5-B421-E27A-3B4D90DF8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4.svg"/><Relationship Id="rId7" Type="http://schemas.openxmlformats.org/officeDocument/2006/relationships/diagramColors" Target="../diagrams/colors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1D08A3-C151-338A-6111-355A63354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629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EB0808-BD35-11F5-C124-85A6374B6CE9}"/>
              </a:ext>
            </a:extLst>
          </p:cNvPr>
          <p:cNvSpPr txBox="1"/>
          <p:nvPr/>
        </p:nvSpPr>
        <p:spPr>
          <a:xfrm rot="10800000" flipV="1">
            <a:off x="13639800" y="9114939"/>
            <a:ext cx="4412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PRESENTED BY</a:t>
            </a: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Berlin Sans FB Demi" panose="020E0802020502020306" pitchFamily="34" charset="0"/>
              </a:rPr>
              <a:t>        KOWSALYA S 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210471"/>
            <a:ext cx="12506325" cy="114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6600" b="1" spc="-192" dirty="0">
                <a:solidFill>
                  <a:schemeClr val="accent1">
                    <a:lumMod val="50000"/>
                  </a:schemeClr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B5E33-DD48-6109-60E0-E287D215C6E1}"/>
              </a:ext>
            </a:extLst>
          </p:cNvPr>
          <p:cNvSpPr txBox="1"/>
          <p:nvPr/>
        </p:nvSpPr>
        <p:spPr>
          <a:xfrm>
            <a:off x="800100" y="1492045"/>
            <a:ext cx="157353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r>
              <a:rPr lang="en-US" sz="4000" dirty="0"/>
              <a:t>In modern organizations, meetings play a crucial role in decision-making and collaboration. However, important discussions are often lost due to the absence of accurate documentation. Manual note-taking is time-consuming, error-prone, and distracts participants from active engagement. Existing transcription solutions may lack proper structuring, topic segmentation, or actionable insights, making it difficult to review meetings efficiently.</a:t>
            </a:r>
          </a:p>
          <a:p>
            <a:br>
              <a:rPr lang="en-US" sz="4000" dirty="0"/>
            </a:br>
            <a:r>
              <a:rPr lang="en-US" sz="4000" dirty="0"/>
              <a:t>Hence, there is a need for an automated system that can accurately transcribe meeting audio, summarize key points, and organize discussions into meaningful segments.</a:t>
            </a:r>
            <a:endParaRPr lang="en-IN" sz="4000" dirty="0"/>
          </a:p>
        </p:txBody>
      </p:sp>
      <p:pic>
        <p:nvPicPr>
          <p:cNvPr id="9" name="Graphic 8" descr="Two speech bubbles">
            <a:extLst>
              <a:ext uri="{FF2B5EF4-FFF2-40B4-BE49-F238E27FC236}">
                <a16:creationId xmlns:a16="http://schemas.microsoft.com/office/drawing/2014/main" id="{7495E618-743C-9933-3F86-3C206D343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5275" y="1142202"/>
            <a:ext cx="1600200" cy="1600200"/>
          </a:xfrm>
          <a:prstGeom prst="rect">
            <a:avLst/>
          </a:prstGeom>
        </p:spPr>
      </p:pic>
      <p:pic>
        <p:nvPicPr>
          <p:cNvPr id="11" name="Graphic 10" descr="Speaker phone with solid fill">
            <a:extLst>
              <a:ext uri="{FF2B5EF4-FFF2-40B4-BE49-F238E27FC236}">
                <a16:creationId xmlns:a16="http://schemas.microsoft.com/office/drawing/2014/main" id="{3C98717A-75D7-9735-4F39-1563DD62F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869" y="1148347"/>
            <a:ext cx="914400" cy="914400"/>
          </a:xfrm>
          <a:prstGeom prst="rect">
            <a:avLst/>
          </a:prstGeom>
        </p:spPr>
      </p:pic>
      <p:grpSp>
        <p:nvGrpSpPr>
          <p:cNvPr id="12" name="Group 3"/>
          <p:cNvGrpSpPr/>
          <p:nvPr/>
        </p:nvGrpSpPr>
        <p:grpSpPr>
          <a:xfrm>
            <a:off x="14173200" y="8267700"/>
            <a:ext cx="3143250" cy="1635047"/>
            <a:chOff x="0" y="0"/>
            <a:chExt cx="621258" cy="335949"/>
          </a:xfrm>
        </p:grpSpPr>
        <p:sp>
          <p:nvSpPr>
            <p:cNvPr id="13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6"/>
              <a:stretch>
                <a:fillRect l="-420" r="-42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C876F-F7ED-C130-35A2-2A41164796D3}"/>
              </a:ext>
            </a:extLst>
          </p:cNvPr>
          <p:cNvSpPr txBox="1"/>
          <p:nvPr/>
        </p:nvSpPr>
        <p:spPr>
          <a:xfrm>
            <a:off x="457200" y="419100"/>
            <a:ext cx="12848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Project solution and Overview</a:t>
            </a:r>
            <a:endParaRPr lang="en-IN" sz="6600" b="1" dirty="0">
              <a:solidFill>
                <a:schemeClr val="accent1">
                  <a:lumMod val="50000"/>
                </a:schemeClr>
              </a:solidFill>
              <a:latin typeface="Noto Serif Display ExtraCondensed Light" panose="020B0604020202020204"/>
              <a:ea typeface="Noto Serif Display ExtraCondensed Light" panose="020B0604020202020204"/>
              <a:cs typeface="Noto Serif Display ExtraCondensed Light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B6EEC-78ED-4CC1-8C06-08009AC30605}"/>
              </a:ext>
            </a:extLst>
          </p:cNvPr>
          <p:cNvSpPr txBox="1"/>
          <p:nvPr/>
        </p:nvSpPr>
        <p:spPr>
          <a:xfrm>
            <a:off x="457200" y="1527096"/>
            <a:ext cx="1706880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4000" dirty="0"/>
          </a:p>
          <a:p>
            <a:pPr>
              <a:buNone/>
            </a:pPr>
            <a:r>
              <a:rPr lang="en-US" sz="4000" dirty="0" err="1"/>
              <a:t>MeetText</a:t>
            </a:r>
            <a:r>
              <a:rPr lang="en-US" sz="4000" dirty="0"/>
              <a:t> provides an automated solution to convert meeting audio into accurate text transcriptions and meaningful summaries. It eliminates the need for manual note-taking by capturing spoken content, organizing it into structured text, and presenting key discussion points in an easy-to-understand format. This helps users quickly review meetings and extract important insights.</a:t>
            </a:r>
          </a:p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sz="4000" b="1" dirty="0"/>
              <a:t>Project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Captures recorded business meeting audio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Converts speech into accurate text using speech-to-text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Segments discussions into meaningful 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Displays transcription and insights through a simple web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Helps users save time and improve meeting productivity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FD51C7E-341E-F831-E8FF-92802C44E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4AC423-06D9-EA18-3A53-F3025EBB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E663836-9F36-7A96-3A84-5DFC12391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BD77320-743E-8A64-42C9-B6AD6A39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D19DFF-46E7-2194-B2D9-C937163C8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200" y="5448300"/>
            <a:ext cx="3733800" cy="483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3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342901"/>
            <a:ext cx="13030200" cy="1141403"/>
            <a:chOff x="0" y="180975"/>
            <a:chExt cx="9182100" cy="4937632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4937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6600" b="1" spc="-192" dirty="0">
                  <a:solidFill>
                    <a:srgbClr val="2A385A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Project 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799" b="1" u="none" strike="noStrike" dirty="0">
                <a:solidFill>
                  <a:srgbClr val="4A61A3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30DEB1F-9F8A-1065-D451-64A80386E3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129870"/>
              </p:ext>
            </p:extLst>
          </p:nvPr>
        </p:nvGraphicFramePr>
        <p:xfrm>
          <a:off x="9448800" y="-495300"/>
          <a:ext cx="8839200" cy="10782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462336D-8216-5B8E-3E2B-1D5BBDB86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434841"/>
              </p:ext>
            </p:extLst>
          </p:nvPr>
        </p:nvGraphicFramePr>
        <p:xfrm>
          <a:off x="3048000" y="-2095500"/>
          <a:ext cx="15392400" cy="1130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63F2521A-B123-672F-AEB8-9A9974639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320016"/>
              </p:ext>
            </p:extLst>
          </p:nvPr>
        </p:nvGraphicFramePr>
        <p:xfrm>
          <a:off x="533400" y="1714500"/>
          <a:ext cx="15849600" cy="822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33400" y="190500"/>
            <a:ext cx="6324601" cy="114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6600" b="1" spc="-192" dirty="0">
                <a:solidFill>
                  <a:srgbClr val="2A385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System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8214D-5477-21B3-3BF4-19F2290FD72B}"/>
              </a:ext>
            </a:extLst>
          </p:cNvPr>
          <p:cNvSpPr txBox="1"/>
          <p:nvPr/>
        </p:nvSpPr>
        <p:spPr>
          <a:xfrm>
            <a:off x="228600" y="5814676"/>
            <a:ext cx="7391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/>
              <a:t>The system processes audio locally, extracts speech as text, segments topics using NLP techniques then summarizes and visualizes the result in a minimal web interface.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2591B9-B5F6-793A-C9C8-1B2327250D54}"/>
              </a:ext>
            </a:extLst>
          </p:cNvPr>
          <p:cNvSpPr/>
          <p:nvPr/>
        </p:nvSpPr>
        <p:spPr>
          <a:xfrm flipH="1">
            <a:off x="533400" y="1568535"/>
            <a:ext cx="6019800" cy="38797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Audio Input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   ↓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Speech-to-Text (Faster Whisper)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   ↓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Text Preprocessing &amp; NLP (Segmentation + Summarization)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   ↓  </a:t>
            </a:r>
          </a:p>
          <a:p>
            <a:pPr lvl="0" algn="ctr">
              <a:lnSpc>
                <a:spcPts val="2879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K Grotesk"/>
                <a:ea typeface="HK Grotesk"/>
                <a:cs typeface="HK Grotesk"/>
                <a:sym typeface="HK Grotesk"/>
              </a:rPr>
              <a:t>Output Rendering in Web UI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381000" y="342900"/>
            <a:ext cx="17011650" cy="124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6600" b="1" spc="-192" dirty="0">
                <a:solidFill>
                  <a:srgbClr val="2A385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Technologies</a:t>
            </a:r>
            <a:r>
              <a:rPr lang="en-US" sz="9600" spc="-192" dirty="0">
                <a:solidFill>
                  <a:srgbClr val="2A385A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 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50304D77-3579-8571-961C-D7F492C270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219680"/>
              </p:ext>
            </p:extLst>
          </p:nvPr>
        </p:nvGraphicFramePr>
        <p:xfrm>
          <a:off x="1066800" y="1714500"/>
          <a:ext cx="15773400" cy="8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5159" y="209550"/>
            <a:ext cx="6638925" cy="1141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6600" b="1" spc="-192" dirty="0">
                <a:solidFill>
                  <a:schemeClr val="accent1">
                    <a:lumMod val="50000"/>
                  </a:schemeClr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Usage of  UI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E18DE-A451-EC12-BE12-865ABFCA8F19}"/>
              </a:ext>
            </a:extLst>
          </p:cNvPr>
          <p:cNvSpPr txBox="1"/>
          <p:nvPr/>
        </p:nvSpPr>
        <p:spPr>
          <a:xfrm>
            <a:off x="381000" y="1257300"/>
            <a:ext cx="8001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The user interface (UI) for </a:t>
            </a:r>
            <a:r>
              <a:rPr lang="en-US" sz="2800" i="1" dirty="0" err="1"/>
              <a:t>MeetText</a:t>
            </a:r>
            <a:r>
              <a:rPr lang="en-US" sz="2800" dirty="0"/>
              <a:t> was designed to ensure a smooth, intuitive experience while interacting with complex audio analysis  It includes:</a:t>
            </a:r>
          </a:p>
          <a:p>
            <a:pPr>
              <a:buNone/>
            </a:pPr>
            <a:endParaRPr lang="en-US" sz="28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homepage</a:t>
            </a:r>
            <a:r>
              <a:rPr lang="en-US" sz="2800" dirty="0"/>
              <a:t> to explain the system’s purpose and invite users to start processing their audio.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 </a:t>
            </a:r>
            <a:r>
              <a:rPr lang="en-US" sz="2800" b="1" dirty="0"/>
              <a:t>upload module</a:t>
            </a:r>
            <a:r>
              <a:rPr lang="en-US" sz="2800" dirty="0"/>
              <a:t> for selecting or dragging-and-dropping audio files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summary and transcription screen</a:t>
            </a:r>
            <a:r>
              <a:rPr lang="en-US" sz="2800" dirty="0"/>
              <a:t>, displaying generated text, keyword cloud, and segmented timestamps.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 </a:t>
            </a:r>
            <a:r>
              <a:rPr lang="en-US" sz="2800" b="1" dirty="0"/>
              <a:t>analytics dashboard</a:t>
            </a:r>
            <a:r>
              <a:rPr lang="en-US" sz="2800" dirty="0"/>
              <a:t> with keyword graphs and sentiment insights to make meeting content more actionable.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DCFE4-C437-A070-066F-7D4D40BC0D40}"/>
              </a:ext>
            </a:extLst>
          </p:cNvPr>
          <p:cNvSpPr txBox="1"/>
          <p:nvPr/>
        </p:nvSpPr>
        <p:spPr>
          <a:xfrm>
            <a:off x="381000" y="8039100"/>
            <a:ext cx="1752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>
                <a:latin typeface="Centaur" panose="02030504050205020304" pitchFamily="18" charset="0"/>
              </a:rPr>
              <a:t>The UI was styled in a soft </a:t>
            </a:r>
            <a:r>
              <a:rPr lang="en-US" sz="4000" b="1" i="1" dirty="0">
                <a:latin typeface="Centaur" panose="02030504050205020304" pitchFamily="18" charset="0"/>
              </a:rPr>
              <a:t>pink-purple theme</a:t>
            </a:r>
            <a:r>
              <a:rPr lang="en-US" sz="4000" i="1" dirty="0">
                <a:latin typeface="Centaur" panose="02030504050205020304" pitchFamily="18" charset="0"/>
              </a:rPr>
              <a:t> to reflect a calm, modern workspace, combining functionality with approachability. It was created using clean layouts, responsive components, and animated visuals to enhance user engagement</a:t>
            </a:r>
            <a:endParaRPr lang="en-IN" sz="4000" i="1" dirty="0">
              <a:latin typeface="Centaur" panose="02030504050205020304" pitchFamily="18" charset="0"/>
            </a:endParaRPr>
          </a:p>
        </p:txBody>
      </p:sp>
      <p:pic>
        <p:nvPicPr>
          <p:cNvPr id="11" name="Graphic 10" descr="Internet with solid fill">
            <a:extLst>
              <a:ext uri="{FF2B5EF4-FFF2-40B4-BE49-F238E27FC236}">
                <a16:creationId xmlns:a16="http://schemas.microsoft.com/office/drawing/2014/main" id="{2728E623-1A48-0B57-3542-70C72D372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0" y="9304136"/>
            <a:ext cx="914400" cy="914400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99FE0B-01F3-56B7-BC83-D95551EA4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187416"/>
              </p:ext>
            </p:extLst>
          </p:nvPr>
        </p:nvGraphicFramePr>
        <p:xfrm>
          <a:off x="8077200" y="308908"/>
          <a:ext cx="9829800" cy="7577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4B4BE-03F2-9FA1-2175-7837F6DF4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09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5E928-8DDA-3659-B657-53F4105D8BB4}"/>
              </a:ext>
            </a:extLst>
          </p:cNvPr>
          <p:cNvSpPr txBox="1"/>
          <p:nvPr/>
        </p:nvSpPr>
        <p:spPr>
          <a:xfrm>
            <a:off x="609600" y="390614"/>
            <a:ext cx="15925800" cy="1253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9600"/>
              </a:lnSpc>
            </a:pPr>
            <a:r>
              <a:rPr lang="en-US" sz="6600" b="1" spc="-192" dirty="0">
                <a:solidFill>
                  <a:schemeClr val="accent1">
                    <a:lumMod val="50000"/>
                  </a:schemeClr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Limitations and challenges faced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797F1-4FC8-C6D0-370A-1BF1578F4418}"/>
              </a:ext>
            </a:extLst>
          </p:cNvPr>
          <p:cNvSpPr txBox="1"/>
          <p:nvPr/>
        </p:nvSpPr>
        <p:spPr>
          <a:xfrm>
            <a:off x="609600" y="1714500"/>
            <a:ext cx="175260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3600" b="1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Accuracy with Noisy Audio</a:t>
            </a:r>
            <a:br>
              <a:rPr lang="en-US" sz="3600" dirty="0"/>
            </a:br>
            <a:r>
              <a:rPr lang="en-US" sz="3600" dirty="0"/>
              <a:t>Background noise and overlapping speakers reduced transcription quality.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Segmentation Sensitivity</a:t>
            </a:r>
            <a:br>
              <a:rPr lang="en-US" sz="3600" dirty="0"/>
            </a:br>
            <a:r>
              <a:rPr lang="en-US" sz="3600" dirty="0"/>
              <a:t>Topic segmentation sometimes split unrelated or very short segments due to inconsistent pacing or vague context.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Performance Bottlenecks</a:t>
            </a:r>
            <a:br>
              <a:rPr lang="en-US" sz="3600" dirty="0"/>
            </a:br>
            <a:r>
              <a:rPr lang="en-US" sz="3600" dirty="0"/>
              <a:t>Processing large files took longer and occasionally caused UI delays without optimization.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Summarization Balance</a:t>
            </a:r>
            <a:br>
              <a:rPr lang="en-US" sz="3600" dirty="0"/>
            </a:br>
            <a:r>
              <a:rPr lang="en-US" sz="3600" dirty="0"/>
              <a:t>Creating summaries that were neither too vague nor too detailed was difficult without extensive model fine-tuning.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Frontend + Backend Sync</a:t>
            </a:r>
            <a:br>
              <a:rPr lang="en-US" sz="3600" dirty="0"/>
            </a:br>
            <a:r>
              <a:rPr lang="en-US" sz="3600" dirty="0"/>
              <a:t>Aligning the UI flow with backend processing stages (especially status updates) required careful asynchronous handling</a:t>
            </a:r>
          </a:p>
        </p:txBody>
      </p:sp>
    </p:spTree>
    <p:extLst>
      <p:ext uri="{BB962C8B-B14F-4D97-AF65-F5344CB8AC3E}">
        <p14:creationId xmlns:p14="http://schemas.microsoft.com/office/powerpoint/2010/main" val="349862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F3CFAD-718F-A885-657F-9636A47EE6A5}"/>
              </a:ext>
            </a:extLst>
          </p:cNvPr>
          <p:cNvSpPr txBox="1"/>
          <p:nvPr/>
        </p:nvSpPr>
        <p:spPr>
          <a:xfrm>
            <a:off x="609600" y="419100"/>
            <a:ext cx="61012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50000"/>
                  </a:schemeClr>
                </a:solidFill>
                <a:latin typeface="Noto Serif Display ExtraCondensed Light" panose="020B0604020202020204"/>
                <a:ea typeface="Noto Serif Display ExtraCondensed Light" panose="020B0604020202020204"/>
                <a:cs typeface="Noto Serif Display ExtraCondensed Light" panose="020B0604020202020204"/>
              </a:rPr>
              <a:t>Future scope</a:t>
            </a:r>
            <a:endParaRPr lang="en-IN" sz="6600" b="1" dirty="0">
              <a:solidFill>
                <a:schemeClr val="accent1">
                  <a:lumMod val="50000"/>
                </a:schemeClr>
              </a:solidFill>
              <a:latin typeface="Noto Serif Display ExtraCondensed Light" panose="020B0604020202020204"/>
              <a:ea typeface="Noto Serif Display ExtraCondensed Light" panose="020B0604020202020204"/>
              <a:cs typeface="Noto Serif Display ExtraCondensed Light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E13E5-8A4B-6990-8149-F067F14EDD34}"/>
              </a:ext>
            </a:extLst>
          </p:cNvPr>
          <p:cNvSpPr txBox="1"/>
          <p:nvPr/>
        </p:nvSpPr>
        <p:spPr>
          <a:xfrm>
            <a:off x="609600" y="2247900"/>
            <a:ext cx="1310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• Speaker </a:t>
            </a:r>
            <a:r>
              <a:rPr lang="en-IN" sz="4000" dirty="0" err="1"/>
              <a:t>diarization</a:t>
            </a:r>
            <a:r>
              <a:rPr lang="en-IN" sz="4000" dirty="0"/>
              <a:t> (who said what)</a:t>
            </a:r>
            <a:endParaRPr lang="en-IN" sz="1100" dirty="0"/>
          </a:p>
          <a:p>
            <a:r>
              <a:rPr lang="en-IN" sz="4000" dirty="0"/>
              <a:t>• Multilingual transcription support</a:t>
            </a:r>
          </a:p>
          <a:p>
            <a:r>
              <a:rPr lang="en-IN" sz="4000" dirty="0"/>
              <a:t>• Real-time processing</a:t>
            </a:r>
          </a:p>
          <a:p>
            <a:r>
              <a:rPr lang="en-IN" sz="4000" dirty="0"/>
              <a:t>• Integration with Zoom, MS Teams, or Google Meet</a:t>
            </a:r>
          </a:p>
        </p:txBody>
      </p:sp>
      <p:pic>
        <p:nvPicPr>
          <p:cNvPr id="12" name="Graphic 11" descr="Chat with solid fill">
            <a:extLst>
              <a:ext uri="{FF2B5EF4-FFF2-40B4-BE49-F238E27FC236}">
                <a16:creationId xmlns:a16="http://schemas.microsoft.com/office/drawing/2014/main" id="{A27B98C3-F6E6-884E-D294-E2FE1E4DF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0200" y="6057899"/>
            <a:ext cx="914400" cy="914400"/>
          </a:xfrm>
          <a:prstGeom prst="rect">
            <a:avLst/>
          </a:prstGeom>
        </p:spPr>
      </p:pic>
      <p:sp>
        <p:nvSpPr>
          <p:cNvPr id="14" name="Frame 13">
            <a:extLst>
              <a:ext uri="{FF2B5EF4-FFF2-40B4-BE49-F238E27FC236}">
                <a16:creationId xmlns:a16="http://schemas.microsoft.com/office/drawing/2014/main" id="{49CCA2F9-A21D-4842-3A0D-0A232F3066FA}"/>
              </a:ext>
            </a:extLst>
          </p:cNvPr>
          <p:cNvSpPr/>
          <p:nvPr/>
        </p:nvSpPr>
        <p:spPr>
          <a:xfrm>
            <a:off x="609600" y="6824722"/>
            <a:ext cx="11658600" cy="317009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770E9A-3C29-5077-682F-9B09ECECC2E0}"/>
              </a:ext>
            </a:extLst>
          </p:cNvPr>
          <p:cNvSpPr txBox="1"/>
          <p:nvPr/>
        </p:nvSpPr>
        <p:spPr>
          <a:xfrm>
            <a:off x="0" y="6057900"/>
            <a:ext cx="12725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70C0"/>
                </a:solidFill>
              </a:rPr>
              <a:t>LOOKING AHEAD WITH MEETTEXT</a:t>
            </a:r>
          </a:p>
          <a:p>
            <a:pPr algn="ctr"/>
            <a:endParaRPr lang="en-IN" sz="4000" b="1" dirty="0"/>
          </a:p>
          <a:p>
            <a:pPr algn="ctr"/>
            <a:r>
              <a:rPr lang="en-US" sz="4000" dirty="0"/>
              <a:t>• Every word in a meeting matters</a:t>
            </a:r>
          </a:p>
          <a:p>
            <a:pPr algn="ctr"/>
            <a:r>
              <a:rPr lang="en-US" sz="4000" dirty="0"/>
              <a:t>• </a:t>
            </a:r>
            <a:r>
              <a:rPr lang="en-US" sz="4000" dirty="0" err="1"/>
              <a:t>MeetText</a:t>
            </a:r>
            <a:r>
              <a:rPr lang="en-US" sz="4000" dirty="0"/>
              <a:t> turns speech into insight</a:t>
            </a:r>
          </a:p>
          <a:p>
            <a:pPr algn="ctr"/>
            <a:r>
              <a:rPr lang="en-US" sz="4000" dirty="0"/>
              <a:t>• Built for clarity, simplicity, and growth</a:t>
            </a:r>
            <a:endParaRPr lang="en-US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9F22DD-A85E-C276-CF87-E7DCF4E65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0"/>
            <a:ext cx="5334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EBA5C8-C4C7-BF94-B3B9-F0446D26C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30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409CF-0E90-04E3-2CEE-0D3963A99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1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626</Words>
  <Application>Microsoft Office PowerPoint</Application>
  <PresentationFormat>Custom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Noto Serif Display ExtraCondensed Light</vt:lpstr>
      <vt:lpstr>Calibri</vt:lpstr>
      <vt:lpstr>Arial</vt:lpstr>
      <vt:lpstr>Centaur</vt:lpstr>
      <vt:lpstr>Berlin Sans FB Demi</vt:lpstr>
      <vt:lpstr>HK Grotesk</vt:lpstr>
      <vt:lpstr>HK Grotesk Semi-Bold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KOWSALYA SIV</dc:creator>
  <cp:lastModifiedBy>Kowsalya S</cp:lastModifiedBy>
  <cp:revision>7</cp:revision>
  <dcterms:created xsi:type="dcterms:W3CDTF">2006-08-16T00:00:00Z</dcterms:created>
  <dcterms:modified xsi:type="dcterms:W3CDTF">2026-01-17T14:36:26Z</dcterms:modified>
  <dc:identifier>DAG-TPqX9ng</dc:identifier>
</cp:coreProperties>
</file>